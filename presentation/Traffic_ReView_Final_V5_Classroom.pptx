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6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29f7b08fb246fd" /><Relationship Type="http://schemas.openxmlformats.org/officeDocument/2006/relationships/extended-properties" Target="/docProps/app.xml" Id="R29e527edc7194d95" /><Relationship Type="http://schemas.openxmlformats.org/officeDocument/2006/relationships/officeDocument" Target="/ppt/presentation.xml" Id="Rd4de2b2d41ce48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514c586d4e4c54"/>
  </p:sldMasterIdLst>
  <p:notesMasterIdLst>
    <p:notesMasterId xmlns:r="http://schemas.openxmlformats.org/officeDocument/2006/relationships" r:id="R74bbbe0f6e9e405a"/>
  </p:notesMasterIdLst>
  <p:sldIdLst>
    <p:sldId xmlns:r="http://schemas.openxmlformats.org/officeDocument/2006/relationships" id="256" r:id="Re8348da2a7d741cf"/>
    <p:sldId xmlns:r="http://schemas.openxmlformats.org/officeDocument/2006/relationships" id="257" r:id="Ra95a38e71b984012"/>
    <p:sldId xmlns:r="http://schemas.openxmlformats.org/officeDocument/2006/relationships" id="258" r:id="R53ea9f01bf324616"/>
    <p:sldId xmlns:r="http://schemas.openxmlformats.org/officeDocument/2006/relationships" id="259" r:id="Rf8605f7d856f49d9"/>
    <p:sldId xmlns:r="http://schemas.openxmlformats.org/officeDocument/2006/relationships" id="260" r:id="R1d7231e75bd14497"/>
    <p:sldId xmlns:r="http://schemas.openxmlformats.org/officeDocument/2006/relationships" id="261" r:id="R9a01d4ec781046a6"/>
    <p:sldId xmlns:r="http://schemas.openxmlformats.org/officeDocument/2006/relationships" id="262" r:id="R1b780543c2044dbe"/>
    <p:sldId xmlns:r="http://schemas.openxmlformats.org/officeDocument/2006/relationships" id="263" r:id="R472a36ebd6964394"/>
    <p:sldId xmlns:r="http://schemas.openxmlformats.org/officeDocument/2006/relationships" id="264" r:id="R38a39e99d10b42bd"/>
    <p:sldId xmlns:r="http://schemas.openxmlformats.org/officeDocument/2006/relationships" id="265" r:id="Ra799704fcdf24a77"/>
    <p:sldId xmlns:r="http://schemas.openxmlformats.org/officeDocument/2006/relationships" id="266" r:id="Rc6b843847b0f45a3"/>
    <p:sldId xmlns:r="http://schemas.openxmlformats.org/officeDocument/2006/relationships" id="267" r:id="Rcaabe9a23da74d02"/>
    <p:sldId xmlns:r="http://schemas.openxmlformats.org/officeDocument/2006/relationships" id="268" r:id="R220d4c60bf7d480a"/>
    <p:sldId xmlns:r="http://schemas.openxmlformats.org/officeDocument/2006/relationships" id="269" r:id="Re155049aad9a4655"/>
    <p:sldId xmlns:r="http://schemas.openxmlformats.org/officeDocument/2006/relationships" id="270" r:id="R624c2dfc702d456d"/>
    <p:sldId xmlns:r="http://schemas.openxmlformats.org/officeDocument/2006/relationships" id="271" r:id="Rd182c986943243bc"/>
    <p:sldId xmlns:r="http://schemas.openxmlformats.org/officeDocument/2006/relationships" id="272" r:id="Rbb565d1b203d4135"/>
    <p:sldId xmlns:r="http://schemas.openxmlformats.org/officeDocument/2006/relationships" id="273" r:id="Rd079a13e0e454712"/>
    <p:sldId xmlns:r="http://schemas.openxmlformats.org/officeDocument/2006/relationships" id="274" r:id="R0b6c96e375d54684"/>
    <p:sldId xmlns:r="http://schemas.openxmlformats.org/officeDocument/2006/relationships" id="275" r:id="Rdb5170c67ad7433a"/>
    <p:sldId xmlns:r="http://schemas.openxmlformats.org/officeDocument/2006/relationships" id="276" r:id="R68dbaf0351824075"/>
    <p:sldId xmlns:r="http://schemas.openxmlformats.org/officeDocument/2006/relationships" id="277" r:id="Rc5165de2de7045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56b48553ba46f1" /><Relationship Type="http://schemas.openxmlformats.org/officeDocument/2006/relationships/slideMaster" Target="/ppt/slideMasters/slideMaster1.xml" Id="Rdc514c586d4e4c54" /><Relationship Type="http://schemas.openxmlformats.org/officeDocument/2006/relationships/notesMaster" Target="/ppt/notesMasters/notesMaster1.xml" Id="R74bbbe0f6e9e405a" /><Relationship Type="http://schemas.openxmlformats.org/officeDocument/2006/relationships/presProps" Target="/ppt/presProps.xml" Id="Rb1d88f3dc7f34ab5" /><Relationship Type="http://schemas.openxmlformats.org/officeDocument/2006/relationships/tableStyles" Target="/ppt/tableStyles.xml" Id="R08f52a2bbbd94667" /><Relationship Type="http://schemas.openxmlformats.org/officeDocument/2006/relationships/slide" Target="/ppt/slides/slide1.xml" Id="Re8348da2a7d741cf" /><Relationship Type="http://schemas.openxmlformats.org/officeDocument/2006/relationships/slide" Target="/ppt/slides/slide2.xml" Id="Ra95a38e71b984012" /><Relationship Type="http://schemas.openxmlformats.org/officeDocument/2006/relationships/slide" Target="/ppt/slides/slide3.xml" Id="R53ea9f01bf324616" /><Relationship Type="http://schemas.openxmlformats.org/officeDocument/2006/relationships/slide" Target="/ppt/slides/slide4.xml" Id="Rf8605f7d856f49d9" /><Relationship Type="http://schemas.openxmlformats.org/officeDocument/2006/relationships/slide" Target="/ppt/slides/slide5.xml" Id="R1d7231e75bd14497" /><Relationship Type="http://schemas.openxmlformats.org/officeDocument/2006/relationships/slide" Target="/ppt/slides/slide6.xml" Id="R9a01d4ec781046a6" /><Relationship Type="http://schemas.openxmlformats.org/officeDocument/2006/relationships/slide" Target="/ppt/slides/slide7.xml" Id="R1b780543c2044dbe" /><Relationship Type="http://schemas.openxmlformats.org/officeDocument/2006/relationships/slide" Target="/ppt/slides/slide8.xml" Id="R472a36ebd6964394" /><Relationship Type="http://schemas.openxmlformats.org/officeDocument/2006/relationships/slide" Target="/ppt/slides/slide9.xml" Id="R38a39e99d10b42bd" /><Relationship Type="http://schemas.openxmlformats.org/officeDocument/2006/relationships/slide" Target="/ppt/slides/slide10.xml" Id="Ra799704fcdf24a77" /><Relationship Type="http://schemas.openxmlformats.org/officeDocument/2006/relationships/slide" Target="/ppt/slides/slide11.xml" Id="Rc6b843847b0f45a3" /><Relationship Type="http://schemas.openxmlformats.org/officeDocument/2006/relationships/slide" Target="/ppt/slides/slide12.xml" Id="Rcaabe9a23da74d02" /><Relationship Type="http://schemas.openxmlformats.org/officeDocument/2006/relationships/slide" Target="/ppt/slides/slide13.xml" Id="R220d4c60bf7d480a" /><Relationship Type="http://schemas.openxmlformats.org/officeDocument/2006/relationships/slide" Target="/ppt/slides/slide14.xml" Id="Re155049aad9a4655" /><Relationship Type="http://schemas.openxmlformats.org/officeDocument/2006/relationships/slide" Target="/ppt/slides/slide15.xml" Id="R624c2dfc702d456d" /><Relationship Type="http://schemas.openxmlformats.org/officeDocument/2006/relationships/slide" Target="/ppt/slides/slide16.xml" Id="Rd182c986943243bc" /><Relationship Type="http://schemas.openxmlformats.org/officeDocument/2006/relationships/slide" Target="/ppt/slides/slide17.xml" Id="Rbb565d1b203d4135" /><Relationship Type="http://schemas.openxmlformats.org/officeDocument/2006/relationships/slide" Target="/ppt/slides/slide18.xml" Id="Rd079a13e0e454712" /><Relationship Type="http://schemas.openxmlformats.org/officeDocument/2006/relationships/slide" Target="/ppt/slides/slide19.xml" Id="R0b6c96e375d54684" /><Relationship Type="http://schemas.openxmlformats.org/officeDocument/2006/relationships/slide" Target="/ppt/slides/slide20.xml" Id="Rdb5170c67ad7433a" /><Relationship Type="http://schemas.openxmlformats.org/officeDocument/2006/relationships/slide" Target="/ppt/slides/slide21.xml" Id="R68dbaf0351824075" /><Relationship Type="http://schemas.openxmlformats.org/officeDocument/2006/relationships/slide" Target="/ppt/slides/slide22.xml" Id="Rc5165de2de70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b9b76a3aa547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c40711637436f" /><Relationship Type="http://schemas.openxmlformats.org/officeDocument/2006/relationships/notesMaster" Target="/ppt/notesMasters/notesMaster1.xml" Id="R8ef781f5fe8f41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97a43f5c574457" /><Relationship Type="http://schemas.openxmlformats.org/officeDocument/2006/relationships/notesMaster" Target="/ppt/notesMasters/notesMaster1.xml" Id="R30ed4987bb4c41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4505c79cb1480f" /><Relationship Type="http://schemas.openxmlformats.org/officeDocument/2006/relationships/notesMaster" Target="/ppt/notesMasters/notesMaster1.xml" Id="Rad9b19084d0345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d83c66ebee415d" /><Relationship Type="http://schemas.openxmlformats.org/officeDocument/2006/relationships/notesMaster" Target="/ppt/notesMasters/notesMaster1.xml" Id="R489e5ac3eb2d40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11ffa1ea6448c" /><Relationship Type="http://schemas.openxmlformats.org/officeDocument/2006/relationships/notesMaster" Target="/ppt/notesMasters/notesMaster1.xml" Id="R0408eda5c4e34b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06c63632114623" /><Relationship Type="http://schemas.openxmlformats.org/officeDocument/2006/relationships/notesMaster" Target="/ppt/notesMasters/notesMaster1.xml" Id="R8b218ebe73274f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f5a4dceebe4b85" /><Relationship Type="http://schemas.openxmlformats.org/officeDocument/2006/relationships/notesMaster" Target="/ppt/notesMasters/notesMaster1.xml" Id="Ra298dcae797443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eec3f499784fa0" /><Relationship Type="http://schemas.openxmlformats.org/officeDocument/2006/relationships/notesMaster" Target="/ppt/notesMasters/notesMaster1.xml" Id="R8c9c52f409ef49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580f46e63a49b3" /><Relationship Type="http://schemas.openxmlformats.org/officeDocument/2006/relationships/notesMaster" Target="/ppt/notesMasters/notesMaster1.xml" Id="Rc9b992ad90804f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8d96d5722847b0" /><Relationship Type="http://schemas.openxmlformats.org/officeDocument/2006/relationships/notesMaster" Target="/ppt/notesMasters/notesMaster1.xml" Id="R5e7732ff4cb244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d2d756f24f4ec8" /><Relationship Type="http://schemas.openxmlformats.org/officeDocument/2006/relationships/notesMaster" Target="/ppt/notesMasters/notesMaster1.xml" Id="R3f9beff46a4045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738a93b5824e46" /><Relationship Type="http://schemas.openxmlformats.org/officeDocument/2006/relationships/notesMaster" Target="/ppt/notesMasters/notesMaster1.xml" Id="R13b5f95ea74748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54dc6130d74201" /><Relationship Type="http://schemas.openxmlformats.org/officeDocument/2006/relationships/notesMaster" Target="/ppt/notesMasters/notesMaster1.xml" Id="Ra028c1ed8b0247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f76d4663ac4be1" /><Relationship Type="http://schemas.openxmlformats.org/officeDocument/2006/relationships/notesMaster" Target="/ppt/notesMasters/notesMaster1.xml" Id="R80aa0869fdd641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c983bf2fb54d56" /><Relationship Type="http://schemas.openxmlformats.org/officeDocument/2006/relationships/notesMaster" Target="/ppt/notesMasters/notesMaster1.xml" Id="R842537eb1faf45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bb313fe20242c4" /><Relationship Type="http://schemas.openxmlformats.org/officeDocument/2006/relationships/notesMaster" Target="/ppt/notesMasters/notesMaster1.xml" Id="R62f936d4c5a94d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2d929c58c8439f" /><Relationship Type="http://schemas.openxmlformats.org/officeDocument/2006/relationships/notesMaster" Target="/ppt/notesMasters/notesMaster1.xml" Id="R7f0697e952b24a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4a78ab3770441f" /><Relationship Type="http://schemas.openxmlformats.org/officeDocument/2006/relationships/notesMaster" Target="/ppt/notesMasters/notesMaster1.xml" Id="R888f5cf76c5a46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7ca0aa8ff4b4d5f" /><Relationship Type="http://schemas.openxmlformats.org/officeDocument/2006/relationships/notesMaster" Target="/ppt/notesMasters/notesMaster1.xml" Id="Rc7a3b621cd1148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cfba4228c647cc" /><Relationship Type="http://schemas.openxmlformats.org/officeDocument/2006/relationships/notesMaster" Target="/ppt/notesMasters/notesMaster1.xml" Id="R9a1cc918500b45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ca2e5191c445d3" /><Relationship Type="http://schemas.openxmlformats.org/officeDocument/2006/relationships/notesMaster" Target="/ppt/notesMasters/notesMaster1.xml" Id="R647f4ef76cdc41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cb0665e3caa4e37" /><Relationship Type="http://schemas.openxmlformats.org/officeDocument/2006/relationships/notesMaster" Target="/ppt/notesMasters/notesMaster1.xml" Id="R4daf70451d44427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งาน EDA จากไฟล์ bangkok_traffic_2560_Present (NotFinal) (5).xlsx ชีต traffic_data ข้อมูลยังเป็นฉบับร่างที่ผู้ใช้กำลังตรวจต้นทาง ไม่ใช่สำมะโนการจราจรทั้งเมือง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เว็บไซต์เผยแพร่รายงานผลสำรวจ คู่มืออธิบายงานเก็บข้อมูลเพื่อสนับสนุนงานจราจร เช่น การจัดการสัญญาณและงานวางแผน แต่ไม่ระบุเหตุผลของทุกจุดในไฟล์ เราจึงใช้ข้อมูลตอบเรื่องปริมาณรถ ไม่ตอบเรื่องความเร็วหรือปลายทางการเดินทาง</a:t>
            </a:r>
          </a:p>
          <a:p>
            <a:r>
              <a:t>[('ผลสำรวจทางแยก สจส. กทม.', 'https://traffic.bangkok.go.th/re_intersection/intersection/intersection.html'), ('คู่มือ สจส. หมวดรถและงานสำรวจ หน้า 133–137', 'https://traffic.bangkok.go.th/TechnicalManuals/TTD.pdf#page=139')]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ไม่รวมปี 2016 ตามคำสั่งผู้ใช้ ไม่เติมวันสำรวจที่ไม่มีเป็นศูนย์ ค่าว่างเฉพาะหมวดรถแทนศูนย์ตามข้อตกลง แถวที่ไม่ผ่านเกณฑ์ 190 แถว; แถวที่มีการแทนศูนย์ในชุดผ่านเกณฑ์ 0 ดูสาเหตุและรายการตัดออกใน AUDIT.md; ปีล่าสุดไม่ใช้เทียบยอดเต็มปี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สีและตัวเลขคือจำนวนแถวต่อเดือนรายงาน ไม่ใช่ปริมาณรถ</a:t>
            </a:r>
          </a:p>
          <a:p>
            <a:r>
              <a:t>แนวพูด: เรามีข้อมูลหลายปี แต่ไม่ได้มีทุกแยกทุกวัน จึงรวมยอดรายปีมาเทียบตรง ๆ ไม่ได้</a:t>
            </a:r>
          </a:p>
          <a:p>
            <a:r>
              <a:t>ข้อจำกัด: ข้อมูลเป็นวันสำรวจบางวัน และปีล่าสุดไม่ครบปี; ช่อง 0 คือไม่มีรายการในไฟล์</a:t>
            </a:r>
          </a:p>
          <a:p>
            <a:r>
              <a:t>การนำไปใช้: เปรียบเทียบหน่วยเดิมและเวลาเดิมก่อนตีความ</a:t>
            </a:r>
          </a:p>
          <a:p>
            <a:r>
              <a:t>ตาราง: tables/coverage.csv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ใช้มัธยฐานคัน/ชั่วโมงของแต่ละหน่วยในแต่ละช่วง หารฐาน Before ของหน่วยนั้น แล้วหามัธยฐานข้ามหน่วย</a:t>
            </a:r>
          </a:p>
          <a:p>
            <a:r>
              <a:t>แนวพูด: ตั้ง Before ของแต่ละหน่วยเป็น 100 ผลภาพรวมคือ Before 100 → During 91.5 → After 90.2 | n=721 หน่วย จึงพบระดับต่ำกว่าฐานทั้งสองช่วง แต่ยังแยกสาเหตุไม่ได้ ช่วง 95%: During 87.9–94.9; After 86.6–93.0</a:t>
            </a:r>
          </a:p>
          <a:p>
            <a:r>
              <a:t>ข้อจำกัด: เป็นดัชนีของตัวอย่าง ไม่ใช่ยอดรถรวมทั้งเมือง; ไม่พิสูจน์ผลเชิงสาเหตุ</a:t>
            </a:r>
          </a:p>
          <a:p>
            <a:r>
              <a:t>การนำไปใช้: เริ่มดูการกระจายและสถานที่ เพราะค่ากลางอาจซ่อนความต่าง</a:t>
            </a:r>
          </a:p>
          <a:p>
            <a:r>
              <a:t>ตาราง: tables/overview.csv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หนึ่งจุดคือทางแยก–ถนน–ช่วงเวลา; จุดใต้เส้นทแยงมีปริมาณต่ำกว่า Before</a:t>
            </a:r>
          </a:p>
          <a:p>
            <a:r>
              <a:t>แนวพูด: เส้นทแยงคือระดับเท่าเดิม เรามีทั้งจุดที่สูงขึ้นและต่ำลง ไม่ใช่ทุกแห่งเปลี่ยนไปในทิศทางเดียวกัน</a:t>
            </a:r>
          </a:p>
          <a:p>
            <a:r>
              <a:t>ข้อจำกัด: จุดสำรวจไม่ได้เป็นตัวอย่างสุ่มทั้งกรุงเทพฯ; จุดบนแกนศูนย์ยังแสดงไว้</a:t>
            </a:r>
          </a:p>
          <a:p>
            <a:r>
              <a:t>การนำไปใช้: ไม่ใช้ค่ากลางแทนการตัดสินทุกทางแยก</a:t>
            </a:r>
          </a:p>
          <a:p>
            <a:r>
              <a:t>ตาราง: tables/matched_levels.csv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แกนนอนเป็นช่วงดัชนี โดย 100 เท่าฐาน; แกนตั้งคือจำนวนหน่วย ใช้ชุดเดิมครบทั้งสองช่วง</a:t>
            </a:r>
          </a:p>
          <a:p>
            <a:r>
              <a:t>แนวพูด: ค่า After ใกล้ 90 ไม่ได้แปลว่าทุกแยกลด 10 เปอร์เซ็นต์ กราฟนี้แสดงทั้งกลุ่มต่ำกว่าฐานและกลุ่มที่กลับมาไม่น้อยกว่าฐาน</a:t>
            </a:r>
          </a:p>
          <a:p>
            <a:r>
              <a:t>ข้อจำกัด: ช่วงท้ายรวมดัชนีตั้งแต่ 200 ขึ้นไป; ฐานน้อยทำให้เปอร์เซ็นต์เปลี่ยนสูงได้</a:t>
            </a:r>
          </a:p>
          <a:p>
            <a:r>
              <a:t>การนำไปใช้: ใช้ข้อมูลคัน/ชั่วโมงประกอบดัชนีเมื่อเลือกจุดศึกษา</a:t>
            </a:r>
          </a:p>
          <a:p>
            <a:r>
              <a:t>ตาราง: tables/index_distribution.csv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D = During, A = After; แบ่งด้วยดัชนี 100 ของ Before โดยใช้หน่วยเดิมทั้งหมด</a:t>
            </a:r>
          </a:p>
          <a:p>
            <a:r>
              <a:t>แนวพูด: การบอกเพียงว่าฟื้นหรือไม่ฟื้นยังหยาบเกินไป เราแยกได้สี่แบบ บางแห่งต่ำกว่าฐานทั้งสองช่วง บางแห่งกลับมาไม่น้อยกว่าฐานใน After</a:t>
            </a:r>
          </a:p>
          <a:p>
            <a:r>
              <a:t>ข้อจำกัด: เป็นการจำแนกระดับ ไม่ใช่เส้นทางรายปีต่อเนื่อง และไม่ใช่การทดสอบนัยสำคัญ</a:t>
            </a:r>
          </a:p>
          <a:p>
            <a:r>
              <a:t>การนำไปใช้: ใช้รูปแบบเป็นเกณฑ์เลือกกรณีศึกษาหรือสำรวจซ้ำ</a:t>
            </a:r>
          </a:p>
          <a:p>
            <a:r>
              <a:t>ตาราง: tables/period_patterns.csv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แต่ละกลุ่มเปรียบเทียบสามช่วงภายในเวลาเดียวกัน; ทุกค่าหารด้วยชั่วโมงสำรวจแล้ว</a:t>
            </a:r>
          </a:p>
          <a:p>
            <a:r>
              <a:t>แนวพูด: เวลาเย็น 16–19 กับ 17–19 เป็นคนละหน่วย เราไม่รวมเพราะอาจทำให้ความหมายเปลี่ยน กลุ่มเล็กต้องอ่านด้วยความระมัดระวัง</a:t>
            </a:r>
          </a:p>
          <a:p>
            <a:r>
              <a:t>ข้อจำกัด: กลุ่มเวลาประกอบด้วยสถานที่ต่างกัน จึงไม่ใช้สรุปว่าคนย้ายเวลาเดินทาง</a:t>
            </a:r>
          </a:p>
          <a:p>
            <a:r>
              <a:t>การนำไปใช้: ถ้าจะตอบการย้ายเวลา ต้องจับคู่จุดและวันที่เดียวกันข้ามเวลาด้วย</a:t>
            </a:r>
          </a:p>
          <a:p>
            <a:r>
              <a:t>ตาราง: tables/time_window_indices.csv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แสดงคู่เช้า 07–09 น. ที่มีอย่างน้อย 2 รายการทุกช่วง เลือก 12 คู่ที่ |After−100| มากที่สุด; สเกลสี 0–200</a:t>
            </a:r>
          </a:p>
          <a:p>
            <a:r>
              <a:t>แนวพูด: หลังเห็นภาพรวม เราซูมไปยังจุดที่ต่างเด่น โดยเปิดเผยเกณฑ์เลือกตั้งแต่ต้น แล้วตรวจวันที่และประเภทรถต่อ</a:t>
            </a:r>
          </a:p>
          <a:p>
            <a:r>
              <a:t>ข้อจำกัด: คัดผลต่างสูงเพื่อศึกษา ไม่เป็นตัวแทนทั้งเมือง; สีตัดที่ 200 แต่ตัวเลขไม่ตัด</a:t>
            </a:r>
          </a:p>
          <a:p>
            <a:r>
              <a:t>การนำไปใช้: ทวนรายงานต้นทางก่อนตั้งสมมติฐานเรื่องบริบทพื้นที่</a:t>
            </a:r>
          </a:p>
          <a:p>
            <a:r>
              <a:t>ตาราง: tables/location_lookup.csv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แต่ละจุดคือวันสำรวจจริง ไม่ลากเส้นเชื่อม; วันเต็มและแถว Excel อยู่ในตาราง</a:t>
            </a:r>
          </a:p>
          <a:p>
            <a:r>
              <a:t>แนวพูด: จำนวนวันและเดือนของกรณีศึกษาอยู่ในตาราง แม้ค่าจะต่างชัด ก็ยังอธิบายไม่ได้ว่าเกิดจากโควิด เทศกาล งานก่อสร้าง หรือความผันผวนของวันสำรวจ</a:t>
            </a:r>
          </a:p>
          <a:p>
            <a:r>
              <a:t>ข้อจำกัด: บางขุนนนท์: เดือนร่วม []; หลักสี่: เดือนร่วม []; [] = ไม่มีเดือนร่วมครบสามช่วง ยังไม่มีหลักฐานเทศกาลหรือปลายทาง</a:t>
            </a:r>
          </a:p>
          <a:p>
            <a:r>
              <a:t>การนำไปใช้: ใช้วันนี้ไปตรวจ PDF และประวัติเหตุการณ์ แยกสิ่งยืนยันแล้วออกจากสมมติฐาน</a:t>
            </a:r>
          </a:p>
          <a:p>
            <a:r>
              <a:t>ตาราง: tables/case_dates.csv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ทุกหมวดมี Before / During / After; ใช้ค่าเฉลี่ยคัน/ชั่วโมงเพื่อแสดงระดับของหมวดรถ</a:t>
            </a:r>
          </a:p>
          <a:p>
            <a:r>
              <a:t>แนวพูด: ดูว่าหมวดใดมีระดับมากและหมวดใดเปลี่ยน โดยยังไม่ตีความว่าเป็นการเปลี่ยนพาหนะของคนกลุ่มเดิม</a:t>
            </a:r>
          </a:p>
          <a:p>
            <a:r>
              <a:t>ข้อจำกัด: เปอร์เซ็นต์รถรวมในข้อความคำนวณจากมัธยฐาน แต่แท่งหมวดรถเป็นค่าเฉลี่ย; ห้ามบวกมัธยฐานรายหมวดแทนรถรวม</a:t>
            </a:r>
          </a:p>
          <a:p>
            <a:r>
              <a:t>การนำไปใช้: ตรวจหมวดที่เปลี่ยนมากกับตารางนับรถต้นทาง</a:t>
            </a:r>
          </a:p>
          <a:p>
            <a:r>
              <a:t>ตาราง: tables/case_vehicle_three_periods.csv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คำนวณสัดส่วนแต่ละรายการ → เฉลี่ยในหน่วย–ช่วง → เฉลี่ยข้ามหน่วยร่วมที่มีรถรวมบวกครบทุกช่วง</a:t>
            </a:r>
          </a:p>
          <a:p>
            <a:r>
              <a:t>แนวพูด: รถยนต์เป็นหมวดใหญ่ที่สุดในหกหมวดที่เราเก็บได้ แต่ไม่ใช่ส่วนแบ่งทุกยานพาหนะของกรุงเทพฯ และไม่ใช่รถส่วนตัวทั้งหมด</a:t>
            </a:r>
          </a:p>
          <a:p>
            <a:r>
              <a:t>ข้อจำกัด: n=719 หน่วย; สัดส่วนไม่ใช่จำนวน และชุดนี้ไม่มีจักรยานยนต์</a:t>
            </a:r>
          </a:p>
          <a:p>
            <a:r>
              <a:t>การนำไปใช้: ใช้ประกอบการวางแผนสำรวจหมวดรถเพิ่มเติม</a:t>
            </a:r>
          </a:p>
          <a:p>
            <a:r>
              <a:t>ตาราง: tables/mix_change.csv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ค่าบวกคือส่วนแบ่งเพิ่ม ค่าลบคือส่วนแบ่งลด หน่วยเป็นจุดเปอร์เซ็นต์ ไม่ใช่เปอร์เซ็นต์การเติบโต</a:t>
            </a:r>
          </a:p>
          <a:p>
            <a:r>
              <a:t>แนวพูด: กราฟก่อนเห็นโครงสร้างใหญ่ ส่วนกราฟนี้ขยายการเปลี่ยนของแต่ละหมวดโดยใช้แกนศูนย์ร่วมกัน</a:t>
            </a:r>
          </a:p>
          <a:p>
            <a:r>
              <a:t>ข้อจำกัด: หมวดหนึ่งเพิ่ม ส่วนอื่นต้องลดรวมกันตามนิยามสัดส่วน; ไม่สรุปการย้ายจากรถเมล์ไปใช้รถส่วนตัว</a:t>
            </a:r>
          </a:p>
          <a:p>
            <a:r>
              <a:t>การนำไปใช้: ถ้าจะศึกษาการเปลี่ยนวิธีเดินทาง ต้องมีข้อมูลผู้เดินทางหรือผู้โดยสารเพิ่ม</a:t>
            </a:r>
          </a:p>
          <a:p>
            <a:r>
              <a:t>ตาราง: tables/mix_delta.csv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จับคู่ทางแยก–ถนน–เวลา ภายใน During เท่านั้น; กราฟขวาเทียบนิยามและเงื่อนไขเดือน</a:t>
            </a:r>
          </a:p>
          <a:p>
            <a:r>
              <a:t>แนวพูด: ผลตาม flag พบระดับต่ำกว่า Not Lockdown แต่วันสำรวจและนิยามยังมีข้อจำกัด เราคง flag ของผู้ใช้และแสดงผลอีกนิยามประกอบ</a:t>
            </a:r>
          </a:p>
          <a:p>
            <a:r>
              <a:t>ข้อจำกัด: flag ต่างจากกรอบวันที่อ้างอิง 168 แถว; คุมเดือนเหลือ 3 หน่วย จึงไม่สรุปเชิงสาเหตุ</a:t>
            </a:r>
          </a:p>
          <a:p>
            <a:r>
              <a:t>การนำไปใช้: ยืนยันเกณฑ์วันสิ้นสุดและทวนแถว flag ก่อนอ้างเป็นผลของมาตรการ</a:t>
            </a:r>
          </a:p>
          <a:p>
            <a:r>
              <a:t>ตาราง: tables/lockdown_summary.csv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อ่านกราฟ: เพิ่มเงื่อนไขไตรมาสรายงานหรือเดือนสำรวจ โดยสร้างกลุ่มจับคู่ใหม่ในแต่ละวิธี</a:t>
            </a:r>
          </a:p>
          <a:p>
            <a:r>
              <a:t>แนวพูด: ทุกวิธีในรอบนี้ต่ำกว่าฐาน Before แต่ After เทียบ During ไม่ได้เรียงเหมือนกันทุกวิธี จึงไม่ควรสรุปเส้นทางการฟื้นจากค่ากลางวิธีเดียว</a:t>
            </a:r>
          </a:p>
          <a:p>
            <a:r>
              <a:t>ข้อจำกัด: ขนาดและสมาชิกเปลี่ยน จึงแยกผลของการคุมปฏิทินออกจากการเปลี่ยนตัวอย่างไม่ได้</a:t>
            </a:r>
          </a:p>
          <a:p>
            <a:r>
              <a:t>การนำไปใช้: รายงานผลหลักพร้อมความไว และวางแผนเก็บจุดเดิมเดือนเดิม</a:t>
            </a:r>
          </a:p>
          <a:p>
            <a:r>
              <a:t>ตาราง: tables/sensitivity.csv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คำตอบต่อคำถามว่าโควิดส่งผลหรือไม่คือ ข้อมูลนี้พบปริมาณต่างกันระหว่างช่วงที่นิยามไว้และสอดคล้องกับสมมติฐานว่าการเดินทางเปลี่ยน แต่ EDA นี้ไม่มีสถานการณ์เปรียบเทียบที่ตัดปัจจัยอื่นออก จึงระบุผลเชิงสาเหตุไม่ได้ การลงทุนหรือมาตรการเฉพาะทางแยกยังต้องตรวจข้อมูลเพิ่ม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ผลนี้ช่วยจัดลำดับประเด็นตรวจเพิ่มได้ แต่ยังไม่ใช้สั่งปรับสัญญาณไฟหรือเพิ่มรถเมล์จากจำนวนรถอย่างเดียว งานยังอยู่ในขอบเขต Pandas/NumPy/Matplotlib และการอธิบาย EDA ไม่จำเป็นต้องเพิ่ม ML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  <a:p>
            <a:r>
              <a:t>แหล่งราชกิจจาฯ ที่ผู้ใช้ให้ยังไม่ได้ตรวจ PDF สำเร็จ ไม่ใช้ยืนยันว่าเป็นมาตรการเดียวกัน บทความ BBC ยังไม่ยืนยัน 30 ก.ย. 2021 เป็นวันสิ้นสุด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สัดส่วนแถวสำรวจตามวันในสัปดาห์ ไม่ใช่สัดส่วนจำนวนรถ; ชุดหลักเดียวกับกราฟภาพรวม</a:t>
            </a:r>
          </a:p>
          <a:p>
            <a:r>
              <a:t>แม้จะจับคู่สถานที่และเวลาแล้ว วันที่เก็บยังต่างกันได้ กราฟนี้ไว้ตอบคำถามเรื่องปฏิทิน ไม่ใช้สรุปว่าวันใดรถมาก</a:t>
            </a:r>
          </a:p>
          <a:p>
            <a:r>
              <a:t>หลายแถวอาจเป็นวันเดียวกันหรือแยกเดียวกัน; ไม่ได้ตรวจวันหยุดและเทศกาล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กรอบความไวใช้ 22 มี.ค.–12 เม.ย. 2020 และ 12 ก.ค.–30 ก.ย. 2021 รวมวันต้น/ปลาย ตามนิยามผู้ใช้ ไม่เปลี่ยน flag ในไฟล์; ภาวะฉุกเฉิน 26 มี.ค.–30 เม.ย. เป็นคนละนิยาม ไม่รวมโดยอัตโนมัติ; นิยามรถดูคู่มือ สจส. หน้า 133–137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สำหรับคำถามสถิติ: ช่วงความไม่แน่นอนใช้ cluster bootstrap ตามทางแยก 1,000 รอบ seed 5001 เป็นผลประกอบ ไม่ได้แก้ selection bias และไม่ได้ทดสอบ After เทียบ During โดยตรง สำหรับข้อมูลใหม่ให้รัน audit ก่อนอ่านกราฟ เพราะจำนวนคู่และกรณีศึกษาอาจเปลี่ยน</a:t>
            </a:r>
          </a:p>
          <a:p>
            <a:r>
              <a:t>SOURCE: bangkok_traffic_2560_Present (NotFinal) (5).xlsx / traffic_data</a:t>
            </a:r>
          </a:p>
          <a:p>
            <a:r>
              <a:t>SHA256: 9f3bbdb744a3216ef2c0476a51aef87603fff0de24d133ae4f0debee1760259c</a:t>
            </a:r>
          </a:p>
          <a:p>
            <a:r>
              <a:t>ผลสำรวจทางแยก สจส. กทม.: https://traffic.bangkok.go.th/re_intersection/intersection/intersection.html</a:t>
            </a:r>
          </a:p>
          <a:p>
            <a:r>
              <a:t>คู่มือ สจส. หมวดรถและงานสำรวจ หน้า 133–137: https://traffic.bangkok.go.th/TechnicalManuals/TTD.pdf#page=139</a:t>
            </a:r>
          </a:p>
          <a:p>
            <a:r>
              <a:t>ปิดสถานที่ 22 มี.ค.–12 เม.ย. 2020: https://www.thaipost.net/main/detail/60470</a:t>
            </a:r>
          </a:p>
          <a:p>
            <a:r>
              <a:t>เริ่มมาตรการ 12 ก.ค. 2021; ไม่ยืนยันวันสิ้นสุด: https://www.bbc.com/thai/thailand-57773493</a:t>
            </a:r>
          </a:p>
          <a:p>
            <a:r>
              <a:t>FHWA: บริบทความต่างตามวันและฤดูกาล: https://www.fhwa.dot.gov/policyinformation/tmguide/tmg_2022/traffic-data-methodologies.cfm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939e1437245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0b93d9ca874285" /><Relationship Type="http://schemas.openxmlformats.org/officeDocument/2006/relationships/slideLayout" Target="/ppt/slideLayouts/slideLayout1.xml" Id="R62e1f7167b3c44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1f7167b3c44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dc44776574da2" /><Relationship Type="http://schemas.openxmlformats.org/officeDocument/2006/relationships/notesSlide" Target="/ppt/notesSlides/notesSlide1.xml" Id="Rffba9097eed445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819fb836046b1" /><Relationship Type="http://schemas.openxmlformats.org/officeDocument/2006/relationships/notesSlide" Target="/ppt/notesSlides/notesSlide2.xml" Id="Rab8c20d7aa5749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1c532bad54251" /><Relationship Type="http://schemas.openxmlformats.org/officeDocument/2006/relationships/notesSlide" Target="/ppt/notesSlides/notesSlide3.xml" Id="Ra8754522e56a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97267d2614352" /><Relationship Type="http://schemas.openxmlformats.org/officeDocument/2006/relationships/notesSlide" Target="/ppt/notesSlides/notesSlide4.xml" Id="R21f80f7ae71044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ec1866840416d" /><Relationship Type="http://schemas.openxmlformats.org/officeDocument/2006/relationships/chart" Target="/ppt/slides/charts/chart1.xml" Id="Rc2adea914c184b86" /><Relationship Type="http://schemas.openxmlformats.org/officeDocument/2006/relationships/notesSlide" Target="/ppt/notesSlides/notesSlide5.xml" Id="R40c5b80b95f04e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c7ccf795948ea" /><Relationship Type="http://schemas.openxmlformats.org/officeDocument/2006/relationships/chart" Target="/ppt/slides/charts/chart2.xml" Id="R078dc273759d4a01" /><Relationship Type="http://schemas.openxmlformats.org/officeDocument/2006/relationships/chart" Target="/ppt/slides/charts/chart3.xml" Id="Rc8669a67e14d46c0" /><Relationship Type="http://schemas.openxmlformats.org/officeDocument/2006/relationships/notesSlide" Target="/ppt/notesSlides/notesSlide6.xml" Id="R2e8e4f409d794e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bf88bb3c044a2" /><Relationship Type="http://schemas.openxmlformats.org/officeDocument/2006/relationships/chart" Target="/ppt/slides/charts/chart4.xml" Id="R77c15d470e5c4f2b" /><Relationship Type="http://schemas.openxmlformats.org/officeDocument/2006/relationships/notesSlide" Target="/ppt/notesSlides/notesSlide7.xml" Id="R725cebd4186744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0468a6d5545f8" /><Relationship Type="http://schemas.openxmlformats.org/officeDocument/2006/relationships/chart" Target="/ppt/slides/charts/chart5.xml" Id="R1c128b64004b4894" /><Relationship Type="http://schemas.openxmlformats.org/officeDocument/2006/relationships/notesSlide" Target="/ppt/notesSlides/notesSlide8.xml" Id="R6a35914588e74a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9198c1a6f4295" /><Relationship Type="http://schemas.openxmlformats.org/officeDocument/2006/relationships/chart" Target="/ppt/slides/charts/chart6.xml" Id="Rf1536ac5562b4ee8" /><Relationship Type="http://schemas.openxmlformats.org/officeDocument/2006/relationships/notesSlide" Target="/ppt/notesSlides/notesSlide9.xml" Id="R70d56582a94e4f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32a9d81c04859" /><Relationship Type="http://schemas.openxmlformats.org/officeDocument/2006/relationships/notesSlide" Target="/ppt/notesSlides/notesSlide10.xml" Id="R35846367b5d745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d763b4a424e49" /><Relationship Type="http://schemas.openxmlformats.org/officeDocument/2006/relationships/chart" Target="/ppt/slides/charts/chart7.xml" Id="Rd0435982aa094682" /><Relationship Type="http://schemas.openxmlformats.org/officeDocument/2006/relationships/chart" Target="/ppt/slides/charts/chart8.xml" Id="R6c1a78f98dfb4660" /><Relationship Type="http://schemas.openxmlformats.org/officeDocument/2006/relationships/notesSlide" Target="/ppt/notesSlides/notesSlide11.xml" Id="R4e3ad6b47beb49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4d5d5491e4085" /><Relationship Type="http://schemas.openxmlformats.org/officeDocument/2006/relationships/chart" Target="/ppt/slides/charts/chart9.xml" Id="R36c30659c50f402d" /><Relationship Type="http://schemas.openxmlformats.org/officeDocument/2006/relationships/chart" Target="/ppt/slides/charts/chart10.xml" Id="Rb5c6494a8be146e5" /><Relationship Type="http://schemas.openxmlformats.org/officeDocument/2006/relationships/notesSlide" Target="/ppt/notesSlides/notesSlide12.xml" Id="R51fcddee6c5d4d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004710a844d05" /><Relationship Type="http://schemas.openxmlformats.org/officeDocument/2006/relationships/chart" Target="/ppt/slides/charts/chart11.xml" Id="R829dc3cdb824418b" /><Relationship Type="http://schemas.openxmlformats.org/officeDocument/2006/relationships/notesSlide" Target="/ppt/notesSlides/notesSlide13.xml" Id="R028ce9e56c9448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2cde206e8419c" /><Relationship Type="http://schemas.openxmlformats.org/officeDocument/2006/relationships/chart" Target="/ppt/slides/charts/chart12.xml" Id="Rca4b868fc7684d59" /><Relationship Type="http://schemas.openxmlformats.org/officeDocument/2006/relationships/notesSlide" Target="/ppt/notesSlides/notesSlide14.xml" Id="R9afc280a8fdd49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ed821d91940d1" /><Relationship Type="http://schemas.openxmlformats.org/officeDocument/2006/relationships/chart" Target="/ppt/slides/charts/chart13.xml" Id="Ref00f892722f421f" /><Relationship Type="http://schemas.openxmlformats.org/officeDocument/2006/relationships/chart" Target="/ppt/slides/charts/chart14.xml" Id="Rd741915ae7464b79" /><Relationship Type="http://schemas.openxmlformats.org/officeDocument/2006/relationships/notesSlide" Target="/ppt/notesSlides/notesSlide15.xml" Id="R5fdf0454e1a04d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3096dda7147da" /><Relationship Type="http://schemas.openxmlformats.org/officeDocument/2006/relationships/chart" Target="/ppt/slides/charts/chart15.xml" Id="R86394adaca964bab" /><Relationship Type="http://schemas.openxmlformats.org/officeDocument/2006/relationships/notesSlide" Target="/ppt/notesSlides/notesSlide16.xml" Id="Rf06c6de311084c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439070838409f" /><Relationship Type="http://schemas.openxmlformats.org/officeDocument/2006/relationships/notesSlide" Target="/ppt/notesSlides/notesSlide17.xml" Id="R7a2285fc11ee44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cd67db9844ef6" /><Relationship Type="http://schemas.openxmlformats.org/officeDocument/2006/relationships/notesSlide" Target="/ppt/notesSlides/notesSlide18.xml" Id="R03333b4c14a143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1b408dace430a" /><Relationship Type="http://schemas.openxmlformats.org/officeDocument/2006/relationships/notesSlide" Target="/ppt/notesSlides/notesSlide19.xml" Id="R0d16415348484b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1fe2cc60e4a37" /><Relationship Type="http://schemas.openxmlformats.org/officeDocument/2006/relationships/chart" Target="/ppt/slides/charts/chart16.xml" Id="Ref831b2d04fc4468" /><Relationship Type="http://schemas.openxmlformats.org/officeDocument/2006/relationships/notesSlide" Target="/ppt/notesSlides/notesSlide20.xml" Id="R0c9296571c2b4b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075ba798149f4" /><Relationship Type="http://schemas.openxmlformats.org/officeDocument/2006/relationships/notesSlide" Target="/ppt/notesSlides/notesSlide21.xml" Id="R1696837c732b4d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1c83f26724841" /><Relationship Type="http://schemas.openxmlformats.org/officeDocument/2006/relationships/notesSlide" Target="/ppt/notesSlides/notesSlide22.xml" Id="Rd7a2f0b71f444bf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Median index</c:v>
          </c:tx>
          <c:spPr>
            <a:solidFill>
              <a:srgbClr val="178778"/>
            </a:solidFill>
            <a:ln w="0">
              <a:solidFill>
                <a:srgbClr val="178778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Before</c:v>
                </c:pt>
                <c:pt idx="1">
                  <c:v>During</c:v>
                </c:pt>
                <c:pt idx="2">
                  <c:v>After</c:v>
                </c:pt>
              </c:strCache>
            </c:strRef>
          </c:cat>
          <c:val>
            <c:numRef>
              <c:f>'Chart Data'!$B$2:$B$4</c:f>
              <c:numCache>
                <c:formatCode>#,##0.0</c:formatCode>
                <c:ptCount val="3"/>
                <c:pt idx="0">
                  <c:v>100</c:v>
                </c:pt>
                <c:pt idx="1">
                  <c:v>91.46482122</c:v>
                </c:pt>
                <c:pt idx="2">
                  <c:v>90.23846047</c:v>
                </c:pt>
              </c:numCache>
            </c:numRef>
          </c:val>
        </c:ser>
        <c:dLbls>
          <c:numFmt formatCode="#,##0.0" sourceLinked="0"/>
          <c:txPr>
            <a:bodyPr anchorCtr="1"/>
            <a:lstStyle/>
            <a:p>
              <a:pPr>
                <a:defRPr sz="1500" b="1">
                  <a:solidFill>
                    <a:srgbClr val="17323B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Index: Before = 100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title>
      <c:tx>
        <c:rich>
          <a:bodyPr/>
          <a:lstStyle/>
          <a:p>
            <a:r>
              <a:rPr sz="172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Before vs During</a:t>
            </a:r>
          </a:p>
        </c:rich>
      </c:tx>
      <c:overlay val="0"/>
      <c:txPr>
        <a:bodyPr anchorCtr="1"/>
        <a:lstStyle/>
        <a:p>
          <a:pPr>
            <a:defRPr sz="1725" b="1">
              <a:solidFill>
                <a:srgbClr val="17323B"/>
              </a:solidFill>
              <a:latin typeface="Tahoma"/>
              <a:ea typeface="Tahoma"/>
              <a:cs typeface="Tahoma"/>
            </a:defRPr>
          </a:pPr>
        </a:p>
      </c:txPr>
    </c:title>
    <c:plotArea>
      <c:scatterChart>
        <c:scatterStyle val="marker"/>
        <c:ser>
          <c:idx val="0"/>
          <c:order val="0"/>
          <c:tx>
            <c:v>During / n=721</c:v>
          </c:tx>
          <c:spPr>
            <a:solidFill>
              <a:srgbClr val="D58A36"/>
            </a:solidFill>
            <a:ln w="0">
              <a:noFill/>
            </a:ln>
          </c:spPr>
          <c:marker>
            <c:symbol val="circle"/>
            <c:size val="4"/>
            <c:spPr>
              <a:solidFill>
                <a:srgbClr val="D58A36"/>
              </a:solidFill>
              <a:ln>
                <a:noFill/>
              </a:ln>
            </c:spPr>
          </c:marker>
          <c:xVal>
            <c:numRef>
              <c:f>'Chart Data'!$A$2:$A$722</c:f>
              <c:numCache>
                <c:formatCode>General</c:formatCode>
                <c:ptCount val="721"/>
                <c:pt idx="0">
                  <c:v>2896</c:v>
                </c:pt>
                <c:pt idx="1">
                  <c:v>3107.857143</c:v>
                </c:pt>
                <c:pt idx="2">
                  <c:v>2758</c:v>
                </c:pt>
                <c:pt idx="3">
                  <c:v>1110</c:v>
                </c:pt>
                <c:pt idx="4">
                  <c:v>931.4285714</c:v>
                </c:pt>
                <c:pt idx="5">
                  <c:v>850.6666667</c:v>
                </c:pt>
                <c:pt idx="6">
                  <c:v>1359</c:v>
                </c:pt>
                <c:pt idx="7">
                  <c:v>1389</c:v>
                </c:pt>
                <c:pt idx="8">
                  <c:v>1483.666667</c:v>
                </c:pt>
                <c:pt idx="9">
                  <c:v>5355</c:v>
                </c:pt>
                <c:pt idx="10">
                  <c:v>5074.714286</c:v>
                </c:pt>
                <c:pt idx="11">
                  <c:v>4985.333333</c:v>
                </c:pt>
                <c:pt idx="12">
                  <c:v>833</c:v>
                </c:pt>
                <c:pt idx="13">
                  <c:v>493.5714286</c:v>
                </c:pt>
                <c:pt idx="14">
                  <c:v>391.3333333</c:v>
                </c:pt>
                <c:pt idx="15">
                  <c:v>1912.5</c:v>
                </c:pt>
                <c:pt idx="16">
                  <c:v>1584.857143</c:v>
                </c:pt>
                <c:pt idx="17">
                  <c:v>1349</c:v>
                </c:pt>
                <c:pt idx="18">
                  <c:v>2399.25</c:v>
                </c:pt>
                <c:pt idx="19">
                  <c:v>2132.714286</c:v>
                </c:pt>
                <c:pt idx="20">
                  <c:v>2084.333333</c:v>
                </c:pt>
                <c:pt idx="21">
                  <c:v>1878.75</c:v>
                </c:pt>
                <c:pt idx="22">
                  <c:v>1647.714286</c:v>
                </c:pt>
                <c:pt idx="23">
                  <c:v>1041.25</c:v>
                </c:pt>
                <c:pt idx="24">
                  <c:v>1691.5</c:v>
                </c:pt>
                <c:pt idx="25">
                  <c:v>1628.928571</c:v>
                </c:pt>
                <c:pt idx="26">
                  <c:v>1266.5</c:v>
                </c:pt>
                <c:pt idx="27">
                  <c:v>407.5</c:v>
                </c:pt>
                <c:pt idx="28">
                  <c:v>7820</c:v>
                </c:pt>
                <c:pt idx="29">
                  <c:v>806</c:v>
                </c:pt>
                <c:pt idx="30">
                  <c:v>707.7142857</c:v>
                </c:pt>
                <c:pt idx="31">
                  <c:v>592.6666667</c:v>
                </c:pt>
                <c:pt idx="32">
                  <c:v>590</c:v>
                </c:pt>
                <c:pt idx="33">
                  <c:v>734.8571429</c:v>
                </c:pt>
                <c:pt idx="34">
                  <c:v>589.6666667</c:v>
                </c:pt>
                <c:pt idx="35">
                  <c:v>951</c:v>
                </c:pt>
                <c:pt idx="36">
                  <c:v>952.8571429</c:v>
                </c:pt>
                <c:pt idx="37">
                  <c:v>1123</c:v>
                </c:pt>
                <c:pt idx="38">
                  <c:v>3386.25</c:v>
                </c:pt>
                <c:pt idx="39">
                  <c:v>3772</c:v>
                </c:pt>
                <c:pt idx="40">
                  <c:v>982</c:v>
                </c:pt>
                <c:pt idx="41">
                  <c:v>578.7142857</c:v>
                </c:pt>
                <c:pt idx="42">
                  <c:v>1049.5</c:v>
                </c:pt>
                <c:pt idx="43">
                  <c:v>1320.928571</c:v>
                </c:pt>
                <c:pt idx="44">
                  <c:v>1393.833333</c:v>
                </c:pt>
                <c:pt idx="45">
                  <c:v>3805.25</c:v>
                </c:pt>
                <c:pt idx="46">
                  <c:v>4376.357143</c:v>
                </c:pt>
                <c:pt idx="47">
                  <c:v>3675.166667</c:v>
                </c:pt>
                <c:pt idx="48">
                  <c:v>1719</c:v>
                </c:pt>
                <c:pt idx="49">
                  <c:v>1661.857143</c:v>
                </c:pt>
                <c:pt idx="50">
                  <c:v>1456</c:v>
                </c:pt>
                <c:pt idx="51">
                  <c:v>761</c:v>
                </c:pt>
                <c:pt idx="52">
                  <c:v>646.4285714</c:v>
                </c:pt>
                <c:pt idx="53">
                  <c:v>632</c:v>
                </c:pt>
                <c:pt idx="54">
                  <c:v>3220.5</c:v>
                </c:pt>
                <c:pt idx="55">
                  <c:v>2633.428571</c:v>
                </c:pt>
                <c:pt idx="56">
                  <c:v>2172.833333</c:v>
                </c:pt>
                <c:pt idx="57">
                  <c:v>1049.5</c:v>
                </c:pt>
                <c:pt idx="58">
                  <c:v>1050.857143</c:v>
                </c:pt>
                <c:pt idx="59">
                  <c:v>1003.666667</c:v>
                </c:pt>
                <c:pt idx="60">
                  <c:v>1238.75</c:v>
                </c:pt>
                <c:pt idx="61">
                  <c:v>1063.071429</c:v>
                </c:pt>
                <c:pt idx="62">
                  <c:v>1265.833333</c:v>
                </c:pt>
                <c:pt idx="63">
                  <c:v>2705</c:v>
                </c:pt>
                <c:pt idx="64">
                  <c:v>2828.571429</c:v>
                </c:pt>
                <c:pt idx="65">
                  <c:v>3641.666667</c:v>
                </c:pt>
                <c:pt idx="66">
                  <c:v>1876.75</c:v>
                </c:pt>
                <c:pt idx="67">
                  <c:v>4170.75</c:v>
                </c:pt>
                <c:pt idx="68">
                  <c:v>2316</c:v>
                </c:pt>
                <c:pt idx="69">
                  <c:v>2380.285714</c:v>
                </c:pt>
                <c:pt idx="70">
                  <c:v>2509.333333</c:v>
                </c:pt>
                <c:pt idx="71">
                  <c:v>1587</c:v>
                </c:pt>
                <c:pt idx="72">
                  <c:v>1304.285714</c:v>
                </c:pt>
                <c:pt idx="73">
                  <c:v>1811.666667</c:v>
                </c:pt>
                <c:pt idx="74">
                  <c:v>1887.5</c:v>
                </c:pt>
                <c:pt idx="75">
                  <c:v>1969.357143</c:v>
                </c:pt>
                <c:pt idx="76">
                  <c:v>2466.666667</c:v>
                </c:pt>
                <c:pt idx="77">
                  <c:v>1106.5</c:v>
                </c:pt>
                <c:pt idx="78">
                  <c:v>957.2857143</c:v>
                </c:pt>
                <c:pt idx="79">
                  <c:v>891</c:v>
                </c:pt>
                <c:pt idx="80">
                  <c:v>5152.5</c:v>
                </c:pt>
                <c:pt idx="81">
                  <c:v>4854.142857</c:v>
                </c:pt>
                <c:pt idx="82">
                  <c:v>5199.666667</c:v>
                </c:pt>
                <c:pt idx="83">
                  <c:v>1492.5</c:v>
                </c:pt>
                <c:pt idx="84">
                  <c:v>1651.5</c:v>
                </c:pt>
                <c:pt idx="85">
                  <c:v>6143</c:v>
                </c:pt>
                <c:pt idx="86">
                  <c:v>2124.5</c:v>
                </c:pt>
                <c:pt idx="87">
                  <c:v>4644</c:v>
                </c:pt>
                <c:pt idx="88">
                  <c:v>1933.5</c:v>
                </c:pt>
                <c:pt idx="89">
                  <c:v>1748.5</c:v>
                </c:pt>
                <c:pt idx="90">
                  <c:v>748</c:v>
                </c:pt>
                <c:pt idx="91">
                  <c:v>2518</c:v>
                </c:pt>
                <c:pt idx="92">
                  <c:v>2991.5</c:v>
                </c:pt>
                <c:pt idx="93">
                  <c:v>236</c:v>
                </c:pt>
                <c:pt idx="94">
                  <c:v>320</c:v>
                </c:pt>
                <c:pt idx="95">
                  <c:v>1303</c:v>
                </c:pt>
                <c:pt idx="96">
                  <c:v>2667.25</c:v>
                </c:pt>
                <c:pt idx="97">
                  <c:v>2968.25</c:v>
                </c:pt>
                <c:pt idx="98">
                  <c:v>5044.75</c:v>
                </c:pt>
                <c:pt idx="99">
                  <c:v>3651.75</c:v>
                </c:pt>
                <c:pt idx="100">
                  <c:v>1173.5</c:v>
                </c:pt>
                <c:pt idx="101">
                  <c:v>1808.75</c:v>
                </c:pt>
                <c:pt idx="102">
                  <c:v>1793.571429</c:v>
                </c:pt>
                <c:pt idx="103">
                  <c:v>1791</c:v>
                </c:pt>
                <c:pt idx="104">
                  <c:v>339.5</c:v>
                </c:pt>
                <c:pt idx="105">
                  <c:v>1609</c:v>
                </c:pt>
                <c:pt idx="106">
                  <c:v>2624.5</c:v>
                </c:pt>
                <c:pt idx="107">
                  <c:v>701.25</c:v>
                </c:pt>
                <c:pt idx="108">
                  <c:v>687.7857143</c:v>
                </c:pt>
                <c:pt idx="109">
                  <c:v>644.5</c:v>
                </c:pt>
                <c:pt idx="110">
                  <c:v>1447.75</c:v>
                </c:pt>
                <c:pt idx="111">
                  <c:v>1451.5</c:v>
                </c:pt>
                <c:pt idx="112">
                  <c:v>1465</c:v>
                </c:pt>
                <c:pt idx="113">
                  <c:v>3955.5</c:v>
                </c:pt>
                <c:pt idx="114">
                  <c:v>2063.75</c:v>
                </c:pt>
                <c:pt idx="115">
                  <c:v>1777.642857</c:v>
                </c:pt>
                <c:pt idx="116">
                  <c:v>1549.666667</c:v>
                </c:pt>
                <c:pt idx="117">
                  <c:v>2517</c:v>
                </c:pt>
                <c:pt idx="118">
                  <c:v>1139</c:v>
                </c:pt>
                <c:pt idx="119">
                  <c:v>1300</c:v>
                </c:pt>
                <c:pt idx="120">
                  <c:v>352</c:v>
                </c:pt>
                <c:pt idx="121">
                  <c:v>6363.142857</c:v>
                </c:pt>
                <c:pt idx="122">
                  <c:v>2745.285714</c:v>
                </c:pt>
                <c:pt idx="123">
                  <c:v>3352</c:v>
                </c:pt>
                <c:pt idx="124">
                  <c:v>2313.142857</c:v>
                </c:pt>
                <c:pt idx="125">
                  <c:v>2384</c:v>
                </c:pt>
                <c:pt idx="126">
                  <c:v>2684</c:v>
                </c:pt>
                <c:pt idx="127">
                  <c:v>759.5</c:v>
                </c:pt>
                <c:pt idx="128">
                  <c:v>1437.5</c:v>
                </c:pt>
                <c:pt idx="129">
                  <c:v>2345</c:v>
                </c:pt>
                <c:pt idx="130">
                  <c:v>3533</c:v>
                </c:pt>
                <c:pt idx="131">
                  <c:v>1677</c:v>
                </c:pt>
                <c:pt idx="132">
                  <c:v>2400.285714</c:v>
                </c:pt>
                <c:pt idx="133">
                  <c:v>2285.333333</c:v>
                </c:pt>
                <c:pt idx="134">
                  <c:v>1460.5</c:v>
                </c:pt>
                <c:pt idx="135">
                  <c:v>1176.428571</c:v>
                </c:pt>
                <c:pt idx="136">
                  <c:v>1145.666667</c:v>
                </c:pt>
                <c:pt idx="137">
                  <c:v>457.5</c:v>
                </c:pt>
                <c:pt idx="138">
                  <c:v>435.1428571</c:v>
                </c:pt>
                <c:pt idx="139">
                  <c:v>410.6666667</c:v>
                </c:pt>
                <c:pt idx="140">
                  <c:v>207</c:v>
                </c:pt>
                <c:pt idx="141">
                  <c:v>40</c:v>
                </c:pt>
                <c:pt idx="142">
                  <c:v>157.3333333</c:v>
                </c:pt>
                <c:pt idx="143">
                  <c:v>472</c:v>
                </c:pt>
                <c:pt idx="144">
                  <c:v>885</c:v>
                </c:pt>
                <c:pt idx="145">
                  <c:v>1286.5</c:v>
                </c:pt>
                <c:pt idx="146">
                  <c:v>2100.5</c:v>
                </c:pt>
                <c:pt idx="147">
                  <c:v>692</c:v>
                </c:pt>
                <c:pt idx="148">
                  <c:v>1443.285714</c:v>
                </c:pt>
                <c:pt idx="149">
                  <c:v>2651</c:v>
                </c:pt>
                <c:pt idx="150">
                  <c:v>544</c:v>
                </c:pt>
                <c:pt idx="151">
                  <c:v>3532.5</c:v>
                </c:pt>
                <c:pt idx="152">
                  <c:v>1093.5</c:v>
                </c:pt>
                <c:pt idx="153">
                  <c:v>923.1428571</c:v>
                </c:pt>
                <c:pt idx="154">
                  <c:v>979.3333333</c:v>
                </c:pt>
                <c:pt idx="155">
                  <c:v>4133.5</c:v>
                </c:pt>
                <c:pt idx="156">
                  <c:v>3588.571429</c:v>
                </c:pt>
                <c:pt idx="157">
                  <c:v>3557</c:v>
                </c:pt>
                <c:pt idx="158">
                  <c:v>3447.5</c:v>
                </c:pt>
                <c:pt idx="159">
                  <c:v>1919.5</c:v>
                </c:pt>
                <c:pt idx="160">
                  <c:v>3009.25</c:v>
                </c:pt>
                <c:pt idx="161">
                  <c:v>1327.75</c:v>
                </c:pt>
                <c:pt idx="162">
                  <c:v>1399.428571</c:v>
                </c:pt>
                <c:pt idx="163">
                  <c:v>1946</c:v>
                </c:pt>
                <c:pt idx="164">
                  <c:v>733</c:v>
                </c:pt>
                <c:pt idx="165">
                  <c:v>570.3571429</c:v>
                </c:pt>
                <c:pt idx="166">
                  <c:v>455.5</c:v>
                </c:pt>
                <c:pt idx="167">
                  <c:v>1967.75</c:v>
                </c:pt>
                <c:pt idx="168">
                  <c:v>1289.857143</c:v>
                </c:pt>
                <c:pt idx="169">
                  <c:v>687.5</c:v>
                </c:pt>
                <c:pt idx="170">
                  <c:v>676</c:v>
                </c:pt>
                <c:pt idx="171">
                  <c:v>492.4285714</c:v>
                </c:pt>
                <c:pt idx="172">
                  <c:v>514</c:v>
                </c:pt>
                <c:pt idx="173">
                  <c:v>1483.5</c:v>
                </c:pt>
                <c:pt idx="174">
                  <c:v>1395.714286</c:v>
                </c:pt>
                <c:pt idx="175">
                  <c:v>1323.333333</c:v>
                </c:pt>
                <c:pt idx="176">
                  <c:v>924</c:v>
                </c:pt>
                <c:pt idx="177">
                  <c:v>1247.714286</c:v>
                </c:pt>
                <c:pt idx="178">
                  <c:v>1188.666667</c:v>
                </c:pt>
                <c:pt idx="179">
                  <c:v>369.5</c:v>
                </c:pt>
                <c:pt idx="180">
                  <c:v>396.4285714</c:v>
                </c:pt>
                <c:pt idx="181">
                  <c:v>540</c:v>
                </c:pt>
                <c:pt idx="182">
                  <c:v>4824</c:v>
                </c:pt>
                <c:pt idx="183">
                  <c:v>4273.714286</c:v>
                </c:pt>
                <c:pt idx="184">
                  <c:v>5081.333333</c:v>
                </c:pt>
                <c:pt idx="185">
                  <c:v>3176</c:v>
                </c:pt>
                <c:pt idx="186">
                  <c:v>461</c:v>
                </c:pt>
                <c:pt idx="187">
                  <c:v>2660</c:v>
                </c:pt>
                <c:pt idx="188">
                  <c:v>3265</c:v>
                </c:pt>
                <c:pt idx="189">
                  <c:v>5042.857143</c:v>
                </c:pt>
                <c:pt idx="190">
                  <c:v>1099.571429</c:v>
                </c:pt>
                <c:pt idx="191">
                  <c:v>3154.25</c:v>
                </c:pt>
                <c:pt idx="192">
                  <c:v>2670.25</c:v>
                </c:pt>
                <c:pt idx="193">
                  <c:v>1878.5</c:v>
                </c:pt>
                <c:pt idx="194">
                  <c:v>2394</c:v>
                </c:pt>
                <c:pt idx="195">
                  <c:v>1321</c:v>
                </c:pt>
                <c:pt idx="196">
                  <c:v>4766</c:v>
                </c:pt>
                <c:pt idx="197">
                  <c:v>1806.5</c:v>
                </c:pt>
                <c:pt idx="198">
                  <c:v>656.5</c:v>
                </c:pt>
                <c:pt idx="199">
                  <c:v>1980.5</c:v>
                </c:pt>
                <c:pt idx="200">
                  <c:v>1096.5</c:v>
                </c:pt>
                <c:pt idx="201">
                  <c:v>1541.5</c:v>
                </c:pt>
                <c:pt idx="202">
                  <c:v>1366.428571</c:v>
                </c:pt>
                <c:pt idx="203">
                  <c:v>1346.666667</c:v>
                </c:pt>
                <c:pt idx="204">
                  <c:v>4446</c:v>
                </c:pt>
                <c:pt idx="205">
                  <c:v>2391.857143</c:v>
                </c:pt>
                <c:pt idx="206">
                  <c:v>5184.333333</c:v>
                </c:pt>
                <c:pt idx="207">
                  <c:v>1022</c:v>
                </c:pt>
                <c:pt idx="208">
                  <c:v>1313.714286</c:v>
                </c:pt>
                <c:pt idx="209">
                  <c:v>1384.666667</c:v>
                </c:pt>
                <c:pt idx="210">
                  <c:v>2123.142857</c:v>
                </c:pt>
                <c:pt idx="211">
                  <c:v>2242.333333</c:v>
                </c:pt>
                <c:pt idx="212">
                  <c:v>704</c:v>
                </c:pt>
                <c:pt idx="213">
                  <c:v>695.8571429</c:v>
                </c:pt>
                <c:pt idx="214">
                  <c:v>692</c:v>
                </c:pt>
                <c:pt idx="215">
                  <c:v>791</c:v>
                </c:pt>
                <c:pt idx="216">
                  <c:v>261.5</c:v>
                </c:pt>
                <c:pt idx="217">
                  <c:v>2075</c:v>
                </c:pt>
                <c:pt idx="218">
                  <c:v>3246</c:v>
                </c:pt>
                <c:pt idx="219">
                  <c:v>2157</c:v>
                </c:pt>
                <c:pt idx="220">
                  <c:v>1870.142857</c:v>
                </c:pt>
                <c:pt idx="221">
                  <c:v>1892</c:v>
                </c:pt>
                <c:pt idx="222">
                  <c:v>928</c:v>
                </c:pt>
                <c:pt idx="223">
                  <c:v>150.4285714</c:v>
                </c:pt>
                <c:pt idx="224">
                  <c:v>84.33333333</c:v>
                </c:pt>
                <c:pt idx="225">
                  <c:v>3247</c:v>
                </c:pt>
                <c:pt idx="226">
                  <c:v>2928.714286</c:v>
                </c:pt>
                <c:pt idx="227">
                  <c:v>2710.333333</c:v>
                </c:pt>
                <c:pt idx="228">
                  <c:v>4556.857143</c:v>
                </c:pt>
                <c:pt idx="229">
                  <c:v>7003.75</c:v>
                </c:pt>
                <c:pt idx="230">
                  <c:v>5857.5</c:v>
                </c:pt>
                <c:pt idx="231">
                  <c:v>8399</c:v>
                </c:pt>
                <c:pt idx="232">
                  <c:v>2109</c:v>
                </c:pt>
                <c:pt idx="233">
                  <c:v>1259</c:v>
                </c:pt>
                <c:pt idx="234">
                  <c:v>6329</c:v>
                </c:pt>
                <c:pt idx="235">
                  <c:v>5221.285714</c:v>
                </c:pt>
                <c:pt idx="236">
                  <c:v>4467.666667</c:v>
                </c:pt>
                <c:pt idx="237">
                  <c:v>1737</c:v>
                </c:pt>
                <c:pt idx="238">
                  <c:v>1904.142857</c:v>
                </c:pt>
                <c:pt idx="239">
                  <c:v>1996.333333</c:v>
                </c:pt>
                <c:pt idx="240">
                  <c:v>680.1428571</c:v>
                </c:pt>
                <c:pt idx="241">
                  <c:v>964</c:v>
                </c:pt>
                <c:pt idx="242">
                  <c:v>980.7142857</c:v>
                </c:pt>
                <c:pt idx="243">
                  <c:v>1188</c:v>
                </c:pt>
                <c:pt idx="244">
                  <c:v>3577.142857</c:v>
                </c:pt>
                <c:pt idx="245">
                  <c:v>2663</c:v>
                </c:pt>
                <c:pt idx="246">
                  <c:v>2342.571429</c:v>
                </c:pt>
                <c:pt idx="247">
                  <c:v>2150.333333</c:v>
                </c:pt>
                <c:pt idx="248">
                  <c:v>749.5</c:v>
                </c:pt>
                <c:pt idx="249">
                  <c:v>816.8571429</c:v>
                </c:pt>
                <c:pt idx="250">
                  <c:v>914</c:v>
                </c:pt>
                <c:pt idx="251">
                  <c:v>551</c:v>
                </c:pt>
                <c:pt idx="252">
                  <c:v>3385</c:v>
                </c:pt>
                <c:pt idx="253">
                  <c:v>8781</c:v>
                </c:pt>
                <c:pt idx="254">
                  <c:v>2541.5</c:v>
                </c:pt>
                <c:pt idx="255">
                  <c:v>3252.5</c:v>
                </c:pt>
                <c:pt idx="256">
                  <c:v>5938</c:v>
                </c:pt>
                <c:pt idx="257">
                  <c:v>2119.25</c:v>
                </c:pt>
                <c:pt idx="258">
                  <c:v>3268.5</c:v>
                </c:pt>
                <c:pt idx="259">
                  <c:v>2929.5</c:v>
                </c:pt>
                <c:pt idx="260">
                  <c:v>571.5</c:v>
                </c:pt>
                <c:pt idx="261">
                  <c:v>4620</c:v>
                </c:pt>
                <c:pt idx="262">
                  <c:v>5633.5</c:v>
                </c:pt>
                <c:pt idx="263">
                  <c:v>3349.75</c:v>
                </c:pt>
                <c:pt idx="264">
                  <c:v>2766.642857</c:v>
                </c:pt>
                <c:pt idx="265">
                  <c:v>2899.5</c:v>
                </c:pt>
                <c:pt idx="266">
                  <c:v>459.75</c:v>
                </c:pt>
                <c:pt idx="267">
                  <c:v>419.6428571</c:v>
                </c:pt>
                <c:pt idx="268">
                  <c:v>527.3333333</c:v>
                </c:pt>
                <c:pt idx="269">
                  <c:v>2908</c:v>
                </c:pt>
                <c:pt idx="270">
                  <c:v>4469</c:v>
                </c:pt>
                <c:pt idx="271">
                  <c:v>2728.571429</c:v>
                </c:pt>
                <c:pt idx="272">
                  <c:v>3581.666667</c:v>
                </c:pt>
                <c:pt idx="273">
                  <c:v>5145.75</c:v>
                </c:pt>
                <c:pt idx="274">
                  <c:v>4505.5</c:v>
                </c:pt>
                <c:pt idx="275">
                  <c:v>4322.833333</c:v>
                </c:pt>
                <c:pt idx="276">
                  <c:v>2251</c:v>
                </c:pt>
                <c:pt idx="277">
                  <c:v>1033</c:v>
                </c:pt>
                <c:pt idx="278">
                  <c:v>2019</c:v>
                </c:pt>
                <c:pt idx="279">
                  <c:v>1727</c:v>
                </c:pt>
                <c:pt idx="280">
                  <c:v>3219</c:v>
                </c:pt>
                <c:pt idx="281">
                  <c:v>4027</c:v>
                </c:pt>
                <c:pt idx="282">
                  <c:v>1758</c:v>
                </c:pt>
                <c:pt idx="283">
                  <c:v>2498.5</c:v>
                </c:pt>
                <c:pt idx="284">
                  <c:v>833.75</c:v>
                </c:pt>
                <c:pt idx="285">
                  <c:v>937.2142857</c:v>
                </c:pt>
                <c:pt idx="286">
                  <c:v>867</c:v>
                </c:pt>
                <c:pt idx="287">
                  <c:v>7120.75</c:v>
                </c:pt>
                <c:pt idx="288">
                  <c:v>6546</c:v>
                </c:pt>
                <c:pt idx="289">
                  <c:v>6953.166667</c:v>
                </c:pt>
                <c:pt idx="290">
                  <c:v>1123.5</c:v>
                </c:pt>
                <c:pt idx="291">
                  <c:v>4033</c:v>
                </c:pt>
                <c:pt idx="292">
                  <c:v>1068</c:v>
                </c:pt>
                <c:pt idx="293">
                  <c:v>1118</c:v>
                </c:pt>
                <c:pt idx="294">
                  <c:v>1101.666667</c:v>
                </c:pt>
                <c:pt idx="295">
                  <c:v>737</c:v>
                </c:pt>
                <c:pt idx="296">
                  <c:v>4195</c:v>
                </c:pt>
                <c:pt idx="297">
                  <c:v>182.2857143</c:v>
                </c:pt>
                <c:pt idx="298">
                  <c:v>1088.714286</c:v>
                </c:pt>
                <c:pt idx="299">
                  <c:v>1360.75</c:v>
                </c:pt>
                <c:pt idx="300">
                  <c:v>781.3571429</c:v>
                </c:pt>
                <c:pt idx="301">
                  <c:v>758.8333333</c:v>
                </c:pt>
                <c:pt idx="302">
                  <c:v>984.75</c:v>
                </c:pt>
                <c:pt idx="303">
                  <c:v>612.2857143</c:v>
                </c:pt>
                <c:pt idx="304">
                  <c:v>572.3333333</c:v>
                </c:pt>
                <c:pt idx="305">
                  <c:v>919.5</c:v>
                </c:pt>
                <c:pt idx="306">
                  <c:v>913.4285714</c:v>
                </c:pt>
                <c:pt idx="307">
                  <c:v>1056.333333</c:v>
                </c:pt>
                <c:pt idx="308">
                  <c:v>879.5</c:v>
                </c:pt>
                <c:pt idx="309">
                  <c:v>3704</c:v>
                </c:pt>
                <c:pt idx="310">
                  <c:v>3176.142857</c:v>
                </c:pt>
                <c:pt idx="311">
                  <c:v>3386.666667</c:v>
                </c:pt>
                <c:pt idx="312">
                  <c:v>954.2857143</c:v>
                </c:pt>
                <c:pt idx="313">
                  <c:v>98.71428571</c:v>
                </c:pt>
                <c:pt idx="314">
                  <c:v>3062</c:v>
                </c:pt>
                <c:pt idx="315">
                  <c:v>2620.571429</c:v>
                </c:pt>
                <c:pt idx="316">
                  <c:v>2091.666667</c:v>
                </c:pt>
                <c:pt idx="317">
                  <c:v>419</c:v>
                </c:pt>
                <c:pt idx="318">
                  <c:v>8736</c:v>
                </c:pt>
                <c:pt idx="319">
                  <c:v>7788.857143</c:v>
                </c:pt>
                <c:pt idx="320">
                  <c:v>6538.333333</c:v>
                </c:pt>
                <c:pt idx="321">
                  <c:v>2505.5</c:v>
                </c:pt>
                <c:pt idx="322">
                  <c:v>2184.571429</c:v>
                </c:pt>
                <c:pt idx="323">
                  <c:v>2216.333333</c:v>
                </c:pt>
                <c:pt idx="324">
                  <c:v>2356.5</c:v>
                </c:pt>
                <c:pt idx="325">
                  <c:v>857.75</c:v>
                </c:pt>
                <c:pt idx="326">
                  <c:v>289.1428571</c:v>
                </c:pt>
                <c:pt idx="327">
                  <c:v>1940.285714</c:v>
                </c:pt>
                <c:pt idx="328">
                  <c:v>2408.5</c:v>
                </c:pt>
                <c:pt idx="329">
                  <c:v>2619.714286</c:v>
                </c:pt>
                <c:pt idx="330">
                  <c:v>2400.166667</c:v>
                </c:pt>
                <c:pt idx="331">
                  <c:v>518</c:v>
                </c:pt>
                <c:pt idx="332">
                  <c:v>1333</c:v>
                </c:pt>
                <c:pt idx="333">
                  <c:v>875.5</c:v>
                </c:pt>
                <c:pt idx="334">
                  <c:v>1543</c:v>
                </c:pt>
                <c:pt idx="335">
                  <c:v>1470.5</c:v>
                </c:pt>
                <c:pt idx="336">
                  <c:v>1007.285714</c:v>
                </c:pt>
                <c:pt idx="337">
                  <c:v>968</c:v>
                </c:pt>
                <c:pt idx="338">
                  <c:v>962.5</c:v>
                </c:pt>
                <c:pt idx="339">
                  <c:v>1309.285714</c:v>
                </c:pt>
                <c:pt idx="340">
                  <c:v>701.3333333</c:v>
                </c:pt>
                <c:pt idx="341">
                  <c:v>4515.5</c:v>
                </c:pt>
                <c:pt idx="342">
                  <c:v>4374.5</c:v>
                </c:pt>
                <c:pt idx="343">
                  <c:v>7679</c:v>
                </c:pt>
                <c:pt idx="344">
                  <c:v>7184.571429</c:v>
                </c:pt>
                <c:pt idx="345">
                  <c:v>7051.666667</c:v>
                </c:pt>
                <c:pt idx="346">
                  <c:v>3827.5</c:v>
                </c:pt>
                <c:pt idx="347">
                  <c:v>3351.571429</c:v>
                </c:pt>
                <c:pt idx="348">
                  <c:v>3395.333333</c:v>
                </c:pt>
                <c:pt idx="349">
                  <c:v>2460.5</c:v>
                </c:pt>
                <c:pt idx="350">
                  <c:v>2294.428571</c:v>
                </c:pt>
                <c:pt idx="351">
                  <c:v>2800.666667</c:v>
                </c:pt>
                <c:pt idx="352">
                  <c:v>819</c:v>
                </c:pt>
                <c:pt idx="353">
                  <c:v>3711.75</c:v>
                </c:pt>
                <c:pt idx="354">
                  <c:v>733</c:v>
                </c:pt>
                <c:pt idx="355">
                  <c:v>4140.5</c:v>
                </c:pt>
                <c:pt idx="356">
                  <c:v>4300</c:v>
                </c:pt>
                <c:pt idx="357">
                  <c:v>6797</c:v>
                </c:pt>
                <c:pt idx="358">
                  <c:v>5125.428571</c:v>
                </c:pt>
                <c:pt idx="359">
                  <c:v>9006.333333</c:v>
                </c:pt>
                <c:pt idx="360">
                  <c:v>511</c:v>
                </c:pt>
                <c:pt idx="361">
                  <c:v>418</c:v>
                </c:pt>
                <c:pt idx="362">
                  <c:v>355.3333333</c:v>
                </c:pt>
                <c:pt idx="363">
                  <c:v>3226.5</c:v>
                </c:pt>
                <c:pt idx="364">
                  <c:v>2719</c:v>
                </c:pt>
                <c:pt idx="365">
                  <c:v>1851.5</c:v>
                </c:pt>
                <c:pt idx="366">
                  <c:v>4619.5</c:v>
                </c:pt>
                <c:pt idx="367">
                  <c:v>2417</c:v>
                </c:pt>
                <c:pt idx="368">
                  <c:v>4706.5</c:v>
                </c:pt>
                <c:pt idx="369">
                  <c:v>5343.5</c:v>
                </c:pt>
                <c:pt idx="370">
                  <c:v>2984</c:v>
                </c:pt>
                <c:pt idx="371">
                  <c:v>804.5</c:v>
                </c:pt>
                <c:pt idx="372">
                  <c:v>1205</c:v>
                </c:pt>
                <c:pt idx="373">
                  <c:v>1148</c:v>
                </c:pt>
                <c:pt idx="374">
                  <c:v>1206.5</c:v>
                </c:pt>
                <c:pt idx="375">
                  <c:v>946.5</c:v>
                </c:pt>
                <c:pt idx="376">
                  <c:v>862.5714286</c:v>
                </c:pt>
                <c:pt idx="377">
                  <c:v>705.6666667</c:v>
                </c:pt>
                <c:pt idx="378">
                  <c:v>1759</c:v>
                </c:pt>
                <c:pt idx="379">
                  <c:v>1750.571429</c:v>
                </c:pt>
                <c:pt idx="380">
                  <c:v>1411</c:v>
                </c:pt>
                <c:pt idx="381">
                  <c:v>2077</c:v>
                </c:pt>
                <c:pt idx="382">
                  <c:v>6366</c:v>
                </c:pt>
                <c:pt idx="383">
                  <c:v>5614.285714</c:v>
                </c:pt>
                <c:pt idx="384">
                  <c:v>5588.333333</c:v>
                </c:pt>
                <c:pt idx="385">
                  <c:v>675.75</c:v>
                </c:pt>
                <c:pt idx="386">
                  <c:v>2328.75</c:v>
                </c:pt>
                <c:pt idx="387">
                  <c:v>2607</c:v>
                </c:pt>
                <c:pt idx="388">
                  <c:v>2755</c:v>
                </c:pt>
                <c:pt idx="389">
                  <c:v>2305.666667</c:v>
                </c:pt>
                <c:pt idx="390">
                  <c:v>8063.5</c:v>
                </c:pt>
                <c:pt idx="391">
                  <c:v>7490</c:v>
                </c:pt>
                <c:pt idx="392">
                  <c:v>6662.333333</c:v>
                </c:pt>
                <c:pt idx="393">
                  <c:v>1670.5</c:v>
                </c:pt>
                <c:pt idx="394">
                  <c:v>1779.571429</c:v>
                </c:pt>
                <c:pt idx="395">
                  <c:v>1713.666667</c:v>
                </c:pt>
                <c:pt idx="396">
                  <c:v>2081</c:v>
                </c:pt>
                <c:pt idx="397">
                  <c:v>2204.285714</c:v>
                </c:pt>
                <c:pt idx="398">
                  <c:v>2425.333333</c:v>
                </c:pt>
                <c:pt idx="399">
                  <c:v>2203.5</c:v>
                </c:pt>
                <c:pt idx="400">
                  <c:v>2645</c:v>
                </c:pt>
                <c:pt idx="401">
                  <c:v>1122</c:v>
                </c:pt>
                <c:pt idx="402">
                  <c:v>4115.5</c:v>
                </c:pt>
                <c:pt idx="403">
                  <c:v>10</c:v>
                </c:pt>
                <c:pt idx="404">
                  <c:v>689</c:v>
                </c:pt>
                <c:pt idx="405">
                  <c:v>784.5</c:v>
                </c:pt>
                <c:pt idx="406">
                  <c:v>628.5</c:v>
                </c:pt>
                <c:pt idx="407">
                  <c:v>493.9285714</c:v>
                </c:pt>
                <c:pt idx="408">
                  <c:v>405.8333333</c:v>
                </c:pt>
                <c:pt idx="409">
                  <c:v>1180</c:v>
                </c:pt>
                <c:pt idx="410">
                  <c:v>1182.142857</c:v>
                </c:pt>
                <c:pt idx="411">
                  <c:v>997.3333333</c:v>
                </c:pt>
                <c:pt idx="412">
                  <c:v>4222.5</c:v>
                </c:pt>
                <c:pt idx="413">
                  <c:v>3675</c:v>
                </c:pt>
                <c:pt idx="414">
                  <c:v>6327</c:v>
                </c:pt>
                <c:pt idx="415">
                  <c:v>6993.714286</c:v>
                </c:pt>
                <c:pt idx="416">
                  <c:v>6519</c:v>
                </c:pt>
                <c:pt idx="417">
                  <c:v>1591.5</c:v>
                </c:pt>
                <c:pt idx="418">
                  <c:v>1715.285714</c:v>
                </c:pt>
                <c:pt idx="419">
                  <c:v>1663</c:v>
                </c:pt>
                <c:pt idx="420">
                  <c:v>1131.5</c:v>
                </c:pt>
                <c:pt idx="421">
                  <c:v>900.2857143</c:v>
                </c:pt>
                <c:pt idx="422">
                  <c:v>828</c:v>
                </c:pt>
                <c:pt idx="423">
                  <c:v>1208.5</c:v>
                </c:pt>
                <c:pt idx="424">
                  <c:v>1877</c:v>
                </c:pt>
                <c:pt idx="425">
                  <c:v>1201.5</c:v>
                </c:pt>
                <c:pt idx="426">
                  <c:v>1861.142857</c:v>
                </c:pt>
                <c:pt idx="427">
                  <c:v>1604.666667</c:v>
                </c:pt>
                <c:pt idx="428">
                  <c:v>2719.5</c:v>
                </c:pt>
                <c:pt idx="429">
                  <c:v>2605.571429</c:v>
                </c:pt>
                <c:pt idx="430">
                  <c:v>2569.333333</c:v>
                </c:pt>
                <c:pt idx="431">
                  <c:v>1052.5</c:v>
                </c:pt>
                <c:pt idx="432">
                  <c:v>2770</c:v>
                </c:pt>
                <c:pt idx="433">
                  <c:v>1079.5</c:v>
                </c:pt>
                <c:pt idx="434">
                  <c:v>2.5</c:v>
                </c:pt>
                <c:pt idx="435">
                  <c:v>2088.5</c:v>
                </c:pt>
                <c:pt idx="436">
                  <c:v>747</c:v>
                </c:pt>
                <c:pt idx="437">
                  <c:v>4466.25</c:v>
                </c:pt>
                <c:pt idx="438">
                  <c:v>1085.25</c:v>
                </c:pt>
                <c:pt idx="439">
                  <c:v>688.5</c:v>
                </c:pt>
                <c:pt idx="440">
                  <c:v>827</c:v>
                </c:pt>
                <c:pt idx="441">
                  <c:v>462.5</c:v>
                </c:pt>
                <c:pt idx="442">
                  <c:v>452.6428571</c:v>
                </c:pt>
                <c:pt idx="443">
                  <c:v>686.8333333</c:v>
                </c:pt>
                <c:pt idx="444">
                  <c:v>427</c:v>
                </c:pt>
                <c:pt idx="445">
                  <c:v>509.2142857</c:v>
                </c:pt>
                <c:pt idx="446">
                  <c:v>625.6666667</c:v>
                </c:pt>
                <c:pt idx="447">
                  <c:v>1240</c:v>
                </c:pt>
                <c:pt idx="448">
                  <c:v>1006.571429</c:v>
                </c:pt>
                <c:pt idx="449">
                  <c:v>871</c:v>
                </c:pt>
                <c:pt idx="450">
                  <c:v>5768</c:v>
                </c:pt>
                <c:pt idx="451">
                  <c:v>4696.428571</c:v>
                </c:pt>
                <c:pt idx="452">
                  <c:v>4325</c:v>
                </c:pt>
                <c:pt idx="453">
                  <c:v>4917.571429</c:v>
                </c:pt>
                <c:pt idx="454">
                  <c:v>2092.857143</c:v>
                </c:pt>
                <c:pt idx="455">
                  <c:v>1102</c:v>
                </c:pt>
                <c:pt idx="456">
                  <c:v>1224.142857</c:v>
                </c:pt>
                <c:pt idx="457">
                  <c:v>1191.333333</c:v>
                </c:pt>
                <c:pt idx="458">
                  <c:v>1113.5</c:v>
                </c:pt>
                <c:pt idx="459">
                  <c:v>926</c:v>
                </c:pt>
                <c:pt idx="460">
                  <c:v>607</c:v>
                </c:pt>
                <c:pt idx="461">
                  <c:v>1414.5</c:v>
                </c:pt>
                <c:pt idx="462">
                  <c:v>1268.857143</c:v>
                </c:pt>
                <c:pt idx="463">
                  <c:v>1368</c:v>
                </c:pt>
                <c:pt idx="464">
                  <c:v>1702.75</c:v>
                </c:pt>
                <c:pt idx="465">
                  <c:v>635.5</c:v>
                </c:pt>
                <c:pt idx="466">
                  <c:v>5718</c:v>
                </c:pt>
                <c:pt idx="467">
                  <c:v>5183.785714</c:v>
                </c:pt>
                <c:pt idx="468">
                  <c:v>5670.333333</c:v>
                </c:pt>
                <c:pt idx="469">
                  <c:v>560.0714286</c:v>
                </c:pt>
                <c:pt idx="470">
                  <c:v>3275</c:v>
                </c:pt>
                <c:pt idx="471">
                  <c:v>2871.857143</c:v>
                </c:pt>
                <c:pt idx="472">
                  <c:v>2084</c:v>
                </c:pt>
                <c:pt idx="473">
                  <c:v>1190</c:v>
                </c:pt>
                <c:pt idx="474">
                  <c:v>870.4285714</c:v>
                </c:pt>
                <c:pt idx="475">
                  <c:v>667.6666667</c:v>
                </c:pt>
                <c:pt idx="476">
                  <c:v>955.25</c:v>
                </c:pt>
                <c:pt idx="477">
                  <c:v>851.25</c:v>
                </c:pt>
                <c:pt idx="478">
                  <c:v>876.25</c:v>
                </c:pt>
                <c:pt idx="479">
                  <c:v>2431</c:v>
                </c:pt>
                <c:pt idx="480">
                  <c:v>2433.571429</c:v>
                </c:pt>
                <c:pt idx="481">
                  <c:v>1374.666667</c:v>
                </c:pt>
                <c:pt idx="482">
                  <c:v>2789</c:v>
                </c:pt>
                <c:pt idx="483">
                  <c:v>2297</c:v>
                </c:pt>
                <c:pt idx="484">
                  <c:v>3304.666667</c:v>
                </c:pt>
                <c:pt idx="485">
                  <c:v>1087</c:v>
                </c:pt>
                <c:pt idx="486">
                  <c:v>1027.285714</c:v>
                </c:pt>
                <c:pt idx="487">
                  <c:v>1188</c:v>
                </c:pt>
                <c:pt idx="488">
                  <c:v>2281.5</c:v>
                </c:pt>
                <c:pt idx="489">
                  <c:v>768.5</c:v>
                </c:pt>
                <c:pt idx="490">
                  <c:v>2428.5</c:v>
                </c:pt>
                <c:pt idx="491">
                  <c:v>2362.5</c:v>
                </c:pt>
                <c:pt idx="492">
                  <c:v>183</c:v>
                </c:pt>
                <c:pt idx="493">
                  <c:v>249.2857143</c:v>
                </c:pt>
                <c:pt idx="494">
                  <c:v>190</c:v>
                </c:pt>
                <c:pt idx="495">
                  <c:v>1017</c:v>
                </c:pt>
                <c:pt idx="496">
                  <c:v>1004</c:v>
                </c:pt>
                <c:pt idx="497">
                  <c:v>884.5</c:v>
                </c:pt>
                <c:pt idx="498">
                  <c:v>801.7142857</c:v>
                </c:pt>
                <c:pt idx="499">
                  <c:v>439</c:v>
                </c:pt>
                <c:pt idx="500">
                  <c:v>275.7142857</c:v>
                </c:pt>
                <c:pt idx="501">
                  <c:v>2049.714286</c:v>
                </c:pt>
                <c:pt idx="502">
                  <c:v>2292.5</c:v>
                </c:pt>
                <c:pt idx="503">
                  <c:v>2099.571429</c:v>
                </c:pt>
                <c:pt idx="504">
                  <c:v>2424.333333</c:v>
                </c:pt>
                <c:pt idx="505">
                  <c:v>389.25</c:v>
                </c:pt>
                <c:pt idx="506">
                  <c:v>717.5714286</c:v>
                </c:pt>
                <c:pt idx="507">
                  <c:v>797.3333333</c:v>
                </c:pt>
                <c:pt idx="508">
                  <c:v>4410.5</c:v>
                </c:pt>
                <c:pt idx="509">
                  <c:v>4396.357143</c:v>
                </c:pt>
                <c:pt idx="510">
                  <c:v>4525.5</c:v>
                </c:pt>
                <c:pt idx="511">
                  <c:v>2456</c:v>
                </c:pt>
                <c:pt idx="512">
                  <c:v>6144.5</c:v>
                </c:pt>
                <c:pt idx="513">
                  <c:v>5318.714286</c:v>
                </c:pt>
                <c:pt idx="514">
                  <c:v>5585.5</c:v>
                </c:pt>
                <c:pt idx="515">
                  <c:v>1539.75</c:v>
                </c:pt>
                <c:pt idx="516">
                  <c:v>1219.857143</c:v>
                </c:pt>
                <c:pt idx="517">
                  <c:v>1188.5</c:v>
                </c:pt>
                <c:pt idx="518">
                  <c:v>14342.25</c:v>
                </c:pt>
                <c:pt idx="519">
                  <c:v>2800</c:v>
                </c:pt>
                <c:pt idx="520">
                  <c:v>1349</c:v>
                </c:pt>
                <c:pt idx="521">
                  <c:v>3585.5</c:v>
                </c:pt>
                <c:pt idx="522">
                  <c:v>2219.5</c:v>
                </c:pt>
                <c:pt idx="523">
                  <c:v>1504.571429</c:v>
                </c:pt>
                <c:pt idx="524">
                  <c:v>1376.666667</c:v>
                </c:pt>
                <c:pt idx="525">
                  <c:v>1428.5</c:v>
                </c:pt>
                <c:pt idx="526">
                  <c:v>1498.714286</c:v>
                </c:pt>
                <c:pt idx="527">
                  <c:v>1461.333333</c:v>
                </c:pt>
                <c:pt idx="528">
                  <c:v>3182</c:v>
                </c:pt>
                <c:pt idx="529">
                  <c:v>2510.857143</c:v>
                </c:pt>
                <c:pt idx="530">
                  <c:v>2473.666667</c:v>
                </c:pt>
                <c:pt idx="531">
                  <c:v>1183.5</c:v>
                </c:pt>
                <c:pt idx="532">
                  <c:v>792.4285714</c:v>
                </c:pt>
                <c:pt idx="533">
                  <c:v>1078.666667</c:v>
                </c:pt>
                <c:pt idx="534">
                  <c:v>516.75</c:v>
                </c:pt>
                <c:pt idx="535">
                  <c:v>2074</c:v>
                </c:pt>
                <c:pt idx="536">
                  <c:v>604.5</c:v>
                </c:pt>
                <c:pt idx="537">
                  <c:v>1987.5</c:v>
                </c:pt>
                <c:pt idx="538">
                  <c:v>5655</c:v>
                </c:pt>
                <c:pt idx="539">
                  <c:v>396.5</c:v>
                </c:pt>
                <c:pt idx="540">
                  <c:v>4705.5</c:v>
                </c:pt>
                <c:pt idx="541">
                  <c:v>6191</c:v>
                </c:pt>
                <c:pt idx="542">
                  <c:v>6058.928571</c:v>
                </c:pt>
                <c:pt idx="543">
                  <c:v>5450.666667</c:v>
                </c:pt>
                <c:pt idx="544">
                  <c:v>1756</c:v>
                </c:pt>
                <c:pt idx="545">
                  <c:v>3428.75</c:v>
                </c:pt>
                <c:pt idx="546">
                  <c:v>1154.5</c:v>
                </c:pt>
                <c:pt idx="547">
                  <c:v>756</c:v>
                </c:pt>
                <c:pt idx="548">
                  <c:v>1262.285714</c:v>
                </c:pt>
                <c:pt idx="549">
                  <c:v>2673.285714</c:v>
                </c:pt>
                <c:pt idx="550">
                  <c:v>5400.75</c:v>
                </c:pt>
                <c:pt idx="551">
                  <c:v>483.5</c:v>
                </c:pt>
                <c:pt idx="552">
                  <c:v>992.5</c:v>
                </c:pt>
                <c:pt idx="553">
                  <c:v>869.2857143</c:v>
                </c:pt>
                <c:pt idx="554">
                  <c:v>739</c:v>
                </c:pt>
                <c:pt idx="555">
                  <c:v>641</c:v>
                </c:pt>
                <c:pt idx="556">
                  <c:v>490.0714286</c:v>
                </c:pt>
                <c:pt idx="557">
                  <c:v>523.1666667</c:v>
                </c:pt>
                <c:pt idx="558">
                  <c:v>6511.5</c:v>
                </c:pt>
                <c:pt idx="559">
                  <c:v>6216.928571</c:v>
                </c:pt>
                <c:pt idx="560">
                  <c:v>6602</c:v>
                </c:pt>
                <c:pt idx="561">
                  <c:v>3606.25</c:v>
                </c:pt>
                <c:pt idx="562">
                  <c:v>1023.75</c:v>
                </c:pt>
                <c:pt idx="563">
                  <c:v>879</c:v>
                </c:pt>
                <c:pt idx="564">
                  <c:v>4304</c:v>
                </c:pt>
                <c:pt idx="565">
                  <c:v>4465.428571</c:v>
                </c:pt>
                <c:pt idx="566">
                  <c:v>3399</c:v>
                </c:pt>
                <c:pt idx="567">
                  <c:v>704.5</c:v>
                </c:pt>
                <c:pt idx="568">
                  <c:v>806</c:v>
                </c:pt>
                <c:pt idx="569">
                  <c:v>738.6666667</c:v>
                </c:pt>
                <c:pt idx="570">
                  <c:v>1230</c:v>
                </c:pt>
                <c:pt idx="571">
                  <c:v>1142.714286</c:v>
                </c:pt>
                <c:pt idx="572">
                  <c:v>1234</c:v>
                </c:pt>
                <c:pt idx="573">
                  <c:v>571.25</c:v>
                </c:pt>
                <c:pt idx="574">
                  <c:v>1027.5</c:v>
                </c:pt>
                <c:pt idx="575">
                  <c:v>2921.5</c:v>
                </c:pt>
                <c:pt idx="576">
                  <c:v>1524.5</c:v>
                </c:pt>
                <c:pt idx="577">
                  <c:v>1539.285714</c:v>
                </c:pt>
                <c:pt idx="578">
                  <c:v>1776.333333</c:v>
                </c:pt>
                <c:pt idx="579">
                  <c:v>1380</c:v>
                </c:pt>
                <c:pt idx="580">
                  <c:v>1445.142857</c:v>
                </c:pt>
                <c:pt idx="581">
                  <c:v>1149.333333</c:v>
                </c:pt>
                <c:pt idx="582">
                  <c:v>4112.5</c:v>
                </c:pt>
                <c:pt idx="583">
                  <c:v>4077.5</c:v>
                </c:pt>
                <c:pt idx="584">
                  <c:v>2272</c:v>
                </c:pt>
                <c:pt idx="585">
                  <c:v>2310</c:v>
                </c:pt>
                <c:pt idx="586">
                  <c:v>2562.333333</c:v>
                </c:pt>
                <c:pt idx="587">
                  <c:v>3785.5</c:v>
                </c:pt>
                <c:pt idx="588">
                  <c:v>3767.714286</c:v>
                </c:pt>
                <c:pt idx="589">
                  <c:v>4201</c:v>
                </c:pt>
                <c:pt idx="590">
                  <c:v>4601.571429</c:v>
                </c:pt>
                <c:pt idx="591">
                  <c:v>5704</c:v>
                </c:pt>
                <c:pt idx="592">
                  <c:v>3447</c:v>
                </c:pt>
                <c:pt idx="593">
                  <c:v>3797.75</c:v>
                </c:pt>
                <c:pt idx="594">
                  <c:v>3885.285714</c:v>
                </c:pt>
                <c:pt idx="595">
                  <c:v>3997.666667</c:v>
                </c:pt>
                <c:pt idx="596">
                  <c:v>581.5</c:v>
                </c:pt>
                <c:pt idx="597">
                  <c:v>634.3571429</c:v>
                </c:pt>
                <c:pt idx="598">
                  <c:v>909.6666667</c:v>
                </c:pt>
                <c:pt idx="599">
                  <c:v>2275</c:v>
                </c:pt>
                <c:pt idx="600">
                  <c:v>1758.785714</c:v>
                </c:pt>
                <c:pt idx="601">
                  <c:v>2012.166667</c:v>
                </c:pt>
                <c:pt idx="602">
                  <c:v>453.25</c:v>
                </c:pt>
                <c:pt idx="603">
                  <c:v>392.3571429</c:v>
                </c:pt>
                <c:pt idx="604">
                  <c:v>417.1666667</c:v>
                </c:pt>
                <c:pt idx="605">
                  <c:v>432.75</c:v>
                </c:pt>
                <c:pt idx="606">
                  <c:v>351</c:v>
                </c:pt>
                <c:pt idx="607">
                  <c:v>367.3333333</c:v>
                </c:pt>
                <c:pt idx="608">
                  <c:v>366.5</c:v>
                </c:pt>
                <c:pt idx="609">
                  <c:v>2340</c:v>
                </c:pt>
                <c:pt idx="610">
                  <c:v>855</c:v>
                </c:pt>
                <c:pt idx="611">
                  <c:v>619.5</c:v>
                </c:pt>
                <c:pt idx="612">
                  <c:v>3263.25</c:v>
                </c:pt>
                <c:pt idx="613">
                  <c:v>1809.5</c:v>
                </c:pt>
                <c:pt idx="614">
                  <c:v>1989.5</c:v>
                </c:pt>
                <c:pt idx="615">
                  <c:v>8202</c:v>
                </c:pt>
                <c:pt idx="616">
                  <c:v>6933.714286</c:v>
                </c:pt>
                <c:pt idx="617">
                  <c:v>6959.166667</c:v>
                </c:pt>
                <c:pt idx="618">
                  <c:v>1841</c:v>
                </c:pt>
                <c:pt idx="619">
                  <c:v>1555.214286</c:v>
                </c:pt>
                <c:pt idx="620">
                  <c:v>1556.166667</c:v>
                </c:pt>
                <c:pt idx="621">
                  <c:v>2953.5</c:v>
                </c:pt>
                <c:pt idx="622">
                  <c:v>2767.142857</c:v>
                </c:pt>
                <c:pt idx="623">
                  <c:v>3284.666667</c:v>
                </c:pt>
                <c:pt idx="624">
                  <c:v>1849.5</c:v>
                </c:pt>
                <c:pt idx="625">
                  <c:v>1227.428571</c:v>
                </c:pt>
                <c:pt idx="626">
                  <c:v>1190</c:v>
                </c:pt>
                <c:pt idx="627">
                  <c:v>1913.5</c:v>
                </c:pt>
                <c:pt idx="628">
                  <c:v>1530</c:v>
                </c:pt>
                <c:pt idx="629">
                  <c:v>1305</c:v>
                </c:pt>
                <c:pt idx="630">
                  <c:v>1292.5</c:v>
                </c:pt>
                <c:pt idx="631">
                  <c:v>1100.571429</c:v>
                </c:pt>
                <c:pt idx="632">
                  <c:v>972.3333333</c:v>
                </c:pt>
                <c:pt idx="633">
                  <c:v>2678.5</c:v>
                </c:pt>
                <c:pt idx="634">
                  <c:v>897</c:v>
                </c:pt>
                <c:pt idx="635">
                  <c:v>941.9285714</c:v>
                </c:pt>
                <c:pt idx="636">
                  <c:v>756.3333333</c:v>
                </c:pt>
                <c:pt idx="637">
                  <c:v>2200</c:v>
                </c:pt>
                <c:pt idx="638">
                  <c:v>2371.428571</c:v>
                </c:pt>
                <c:pt idx="639">
                  <c:v>1575</c:v>
                </c:pt>
                <c:pt idx="640">
                  <c:v>452.5</c:v>
                </c:pt>
                <c:pt idx="641">
                  <c:v>477.7142857</c:v>
                </c:pt>
                <c:pt idx="642">
                  <c:v>394</c:v>
                </c:pt>
                <c:pt idx="643">
                  <c:v>1309.5</c:v>
                </c:pt>
                <c:pt idx="644">
                  <c:v>1537.75</c:v>
                </c:pt>
                <c:pt idx="645">
                  <c:v>1261.25</c:v>
                </c:pt>
                <c:pt idx="646">
                  <c:v>1871.75</c:v>
                </c:pt>
                <c:pt idx="647">
                  <c:v>1344.5</c:v>
                </c:pt>
                <c:pt idx="648">
                  <c:v>1046.142857</c:v>
                </c:pt>
                <c:pt idx="649">
                  <c:v>1055.333333</c:v>
                </c:pt>
                <c:pt idx="650">
                  <c:v>1383</c:v>
                </c:pt>
                <c:pt idx="651">
                  <c:v>1097.428571</c:v>
                </c:pt>
                <c:pt idx="652">
                  <c:v>1368.333333</c:v>
                </c:pt>
                <c:pt idx="653">
                  <c:v>5654.5</c:v>
                </c:pt>
                <c:pt idx="654">
                  <c:v>2732.25</c:v>
                </c:pt>
                <c:pt idx="655">
                  <c:v>1887.214286</c:v>
                </c:pt>
                <c:pt idx="656">
                  <c:v>1766.333333</c:v>
                </c:pt>
                <c:pt idx="657">
                  <c:v>570</c:v>
                </c:pt>
                <c:pt idx="658">
                  <c:v>531.7142857</c:v>
                </c:pt>
                <c:pt idx="659">
                  <c:v>314.6666667</c:v>
                </c:pt>
                <c:pt idx="660">
                  <c:v>1183.5</c:v>
                </c:pt>
                <c:pt idx="661">
                  <c:v>1241.714286</c:v>
                </c:pt>
                <c:pt idx="662">
                  <c:v>1290.666667</c:v>
                </c:pt>
                <c:pt idx="663">
                  <c:v>4783.25</c:v>
                </c:pt>
                <c:pt idx="664">
                  <c:v>4228.5</c:v>
                </c:pt>
                <c:pt idx="665">
                  <c:v>640.5714286</c:v>
                </c:pt>
                <c:pt idx="666">
                  <c:v>4460</c:v>
                </c:pt>
                <c:pt idx="667">
                  <c:v>8239</c:v>
                </c:pt>
                <c:pt idx="668">
                  <c:v>4847.5</c:v>
                </c:pt>
                <c:pt idx="669">
                  <c:v>5237</c:v>
                </c:pt>
                <c:pt idx="670">
                  <c:v>5909.142857</c:v>
                </c:pt>
                <c:pt idx="671">
                  <c:v>5827.666667</c:v>
                </c:pt>
                <c:pt idx="672">
                  <c:v>4929.285714</c:v>
                </c:pt>
                <c:pt idx="673">
                  <c:v>1418.75</c:v>
                </c:pt>
                <c:pt idx="674">
                  <c:v>4135.75</c:v>
                </c:pt>
                <c:pt idx="675">
                  <c:v>1125</c:v>
                </c:pt>
                <c:pt idx="676">
                  <c:v>1022.25</c:v>
                </c:pt>
                <c:pt idx="677">
                  <c:v>2003</c:v>
                </c:pt>
                <c:pt idx="678">
                  <c:v>1805.5</c:v>
                </c:pt>
                <c:pt idx="679">
                  <c:v>507</c:v>
                </c:pt>
                <c:pt idx="680">
                  <c:v>2109</c:v>
                </c:pt>
                <c:pt idx="681">
                  <c:v>349</c:v>
                </c:pt>
                <c:pt idx="682">
                  <c:v>414.5714286</c:v>
                </c:pt>
                <c:pt idx="683">
                  <c:v>463</c:v>
                </c:pt>
                <c:pt idx="684">
                  <c:v>2758</c:v>
                </c:pt>
                <c:pt idx="685">
                  <c:v>3737.5</c:v>
                </c:pt>
                <c:pt idx="686">
                  <c:v>62.25</c:v>
                </c:pt>
                <c:pt idx="687">
                  <c:v>2306</c:v>
                </c:pt>
                <c:pt idx="688">
                  <c:v>148.25</c:v>
                </c:pt>
                <c:pt idx="689">
                  <c:v>215.6428571</c:v>
                </c:pt>
                <c:pt idx="690">
                  <c:v>220</c:v>
                </c:pt>
                <c:pt idx="691">
                  <c:v>427</c:v>
                </c:pt>
                <c:pt idx="692">
                  <c:v>2021.5</c:v>
                </c:pt>
                <c:pt idx="693">
                  <c:v>45</c:v>
                </c:pt>
                <c:pt idx="694">
                  <c:v>19.92857143</c:v>
                </c:pt>
                <c:pt idx="695">
                  <c:v>36.16666667</c:v>
                </c:pt>
                <c:pt idx="696">
                  <c:v>5453.75</c:v>
                </c:pt>
                <c:pt idx="697">
                  <c:v>4468.642857</c:v>
                </c:pt>
                <c:pt idx="698">
                  <c:v>4638.5</c:v>
                </c:pt>
                <c:pt idx="699">
                  <c:v>682.75</c:v>
                </c:pt>
                <c:pt idx="700">
                  <c:v>725.3571429</c:v>
                </c:pt>
                <c:pt idx="701">
                  <c:v>698.3333333</c:v>
                </c:pt>
                <c:pt idx="702">
                  <c:v>1303.25</c:v>
                </c:pt>
                <c:pt idx="703">
                  <c:v>3481.25</c:v>
                </c:pt>
                <c:pt idx="704">
                  <c:v>1546</c:v>
                </c:pt>
                <c:pt idx="705">
                  <c:v>435.75</c:v>
                </c:pt>
                <c:pt idx="706">
                  <c:v>1305</c:v>
                </c:pt>
                <c:pt idx="707">
                  <c:v>1012.785714</c:v>
                </c:pt>
                <c:pt idx="708">
                  <c:v>970.6666667</c:v>
                </c:pt>
                <c:pt idx="709">
                  <c:v>4839.5</c:v>
                </c:pt>
                <c:pt idx="710">
                  <c:v>5600</c:v>
                </c:pt>
                <c:pt idx="711">
                  <c:v>7300.666667</c:v>
                </c:pt>
                <c:pt idx="712">
                  <c:v>1098</c:v>
                </c:pt>
                <c:pt idx="713">
                  <c:v>1411</c:v>
                </c:pt>
                <c:pt idx="714">
                  <c:v>1227</c:v>
                </c:pt>
                <c:pt idx="715">
                  <c:v>1941</c:v>
                </c:pt>
                <c:pt idx="716">
                  <c:v>1884.857143</c:v>
                </c:pt>
                <c:pt idx="717">
                  <c:v>1367.333333</c:v>
                </c:pt>
                <c:pt idx="718">
                  <c:v>2456</c:v>
                </c:pt>
                <c:pt idx="719">
                  <c:v>2006.142857</c:v>
                </c:pt>
                <c:pt idx="720">
                  <c:v>1584</c:v>
                </c:pt>
              </c:numCache>
            </c:numRef>
          </c:xVal>
          <c:yVal>
            <c:numRef>
              <c:f>'Chart Data'!$B$2:$B$722</c:f>
              <c:numCache>
                <c:formatCode>#,##0.0</c:formatCode>
                <c:ptCount val="721"/>
                <c:pt idx="0">
                  <c:v>3325.5</c:v>
                </c:pt>
                <c:pt idx="1">
                  <c:v>2951.142857</c:v>
                </c:pt>
                <c:pt idx="2">
                  <c:v>3443.666667</c:v>
                </c:pt>
                <c:pt idx="3">
                  <c:v>433.5</c:v>
                </c:pt>
                <c:pt idx="4">
                  <c:v>1045.714286</c:v>
                </c:pt>
                <c:pt idx="5">
                  <c:v>364.3333333</c:v>
                </c:pt>
                <c:pt idx="6">
                  <c:v>2046.5</c:v>
                </c:pt>
                <c:pt idx="7">
                  <c:v>1673.857143</c:v>
                </c:pt>
                <c:pt idx="8">
                  <c:v>1171.666667</c:v>
                </c:pt>
                <c:pt idx="9">
                  <c:v>5211</c:v>
                </c:pt>
                <c:pt idx="10">
                  <c:v>4248</c:v>
                </c:pt>
                <c:pt idx="11">
                  <c:v>4272.333333</c:v>
                </c:pt>
                <c:pt idx="12">
                  <c:v>761</c:v>
                </c:pt>
                <c:pt idx="13">
                  <c:v>418.5714286</c:v>
                </c:pt>
                <c:pt idx="14">
                  <c:v>474</c:v>
                </c:pt>
                <c:pt idx="15">
                  <c:v>2261.5</c:v>
                </c:pt>
                <c:pt idx="16">
                  <c:v>1886</c:v>
                </c:pt>
                <c:pt idx="17">
                  <c:v>1333</c:v>
                </c:pt>
                <c:pt idx="18">
                  <c:v>4122</c:v>
                </c:pt>
                <c:pt idx="19">
                  <c:v>1903.285714</c:v>
                </c:pt>
                <c:pt idx="20">
                  <c:v>1919</c:v>
                </c:pt>
                <c:pt idx="21">
                  <c:v>1577.5</c:v>
                </c:pt>
                <c:pt idx="22">
                  <c:v>1081.428571</c:v>
                </c:pt>
                <c:pt idx="23">
                  <c:v>1165.5</c:v>
                </c:pt>
                <c:pt idx="24">
                  <c:v>1774.5</c:v>
                </c:pt>
                <c:pt idx="25">
                  <c:v>1812</c:v>
                </c:pt>
                <c:pt idx="26">
                  <c:v>1032</c:v>
                </c:pt>
                <c:pt idx="27">
                  <c:v>751</c:v>
                </c:pt>
                <c:pt idx="28">
                  <c:v>7202.5</c:v>
                </c:pt>
                <c:pt idx="29">
                  <c:v>697</c:v>
                </c:pt>
                <c:pt idx="30">
                  <c:v>740.8571429</c:v>
                </c:pt>
                <c:pt idx="31">
                  <c:v>720.3333333</c:v>
                </c:pt>
                <c:pt idx="32">
                  <c:v>336</c:v>
                </c:pt>
                <c:pt idx="33">
                  <c:v>461.4285714</c:v>
                </c:pt>
                <c:pt idx="34">
                  <c:v>462</c:v>
                </c:pt>
                <c:pt idx="35">
                  <c:v>591.5</c:v>
                </c:pt>
                <c:pt idx="36">
                  <c:v>633.8571429</c:v>
                </c:pt>
                <c:pt idx="37">
                  <c:v>580</c:v>
                </c:pt>
                <c:pt idx="38">
                  <c:v>4121.5</c:v>
                </c:pt>
                <c:pt idx="39">
                  <c:v>4160.142857</c:v>
                </c:pt>
                <c:pt idx="40">
                  <c:v>977.5</c:v>
                </c:pt>
                <c:pt idx="41">
                  <c:v>658.4285714</c:v>
                </c:pt>
                <c:pt idx="42">
                  <c:v>744</c:v>
                </c:pt>
                <c:pt idx="43">
                  <c:v>854.2857143</c:v>
                </c:pt>
                <c:pt idx="44">
                  <c:v>1246.333333</c:v>
                </c:pt>
                <c:pt idx="45">
                  <c:v>3778.5</c:v>
                </c:pt>
                <c:pt idx="46">
                  <c:v>4285.857143</c:v>
                </c:pt>
                <c:pt idx="47">
                  <c:v>4346</c:v>
                </c:pt>
                <c:pt idx="48">
                  <c:v>1664.5</c:v>
                </c:pt>
                <c:pt idx="49">
                  <c:v>1421.714286</c:v>
                </c:pt>
                <c:pt idx="50">
                  <c:v>1469.666667</c:v>
                </c:pt>
                <c:pt idx="51">
                  <c:v>652</c:v>
                </c:pt>
                <c:pt idx="52">
                  <c:v>538.4285714</c:v>
                </c:pt>
                <c:pt idx="53">
                  <c:v>530</c:v>
                </c:pt>
                <c:pt idx="54">
                  <c:v>3041.5</c:v>
                </c:pt>
                <c:pt idx="55">
                  <c:v>2975.285714</c:v>
                </c:pt>
                <c:pt idx="56">
                  <c:v>3188.333333</c:v>
                </c:pt>
                <c:pt idx="57">
                  <c:v>1415.5</c:v>
                </c:pt>
                <c:pt idx="58">
                  <c:v>1273.142857</c:v>
                </c:pt>
                <c:pt idx="59">
                  <c:v>1678.666667</c:v>
                </c:pt>
                <c:pt idx="60">
                  <c:v>977</c:v>
                </c:pt>
                <c:pt idx="61">
                  <c:v>944.0714286</c:v>
                </c:pt>
                <c:pt idx="62">
                  <c:v>917.3333333</c:v>
                </c:pt>
                <c:pt idx="63">
                  <c:v>3288</c:v>
                </c:pt>
                <c:pt idx="64">
                  <c:v>2406.857143</c:v>
                </c:pt>
                <c:pt idx="65">
                  <c:v>2284.833333</c:v>
                </c:pt>
                <c:pt idx="66">
                  <c:v>2119</c:v>
                </c:pt>
                <c:pt idx="67">
                  <c:v>2376.5</c:v>
                </c:pt>
                <c:pt idx="68">
                  <c:v>1279.5</c:v>
                </c:pt>
                <c:pt idx="69">
                  <c:v>1358.428571</c:v>
                </c:pt>
                <c:pt idx="70">
                  <c:v>1301.666667</c:v>
                </c:pt>
                <c:pt idx="71">
                  <c:v>1382.5</c:v>
                </c:pt>
                <c:pt idx="72">
                  <c:v>1375.857143</c:v>
                </c:pt>
                <c:pt idx="73">
                  <c:v>2237</c:v>
                </c:pt>
                <c:pt idx="74">
                  <c:v>1527</c:v>
                </c:pt>
                <c:pt idx="75">
                  <c:v>1707.142857</c:v>
                </c:pt>
                <c:pt idx="76">
                  <c:v>1647</c:v>
                </c:pt>
                <c:pt idx="77">
                  <c:v>671.5</c:v>
                </c:pt>
                <c:pt idx="78">
                  <c:v>529.8571429</c:v>
                </c:pt>
                <c:pt idx="79">
                  <c:v>448.6666667</c:v>
                </c:pt>
                <c:pt idx="80">
                  <c:v>5439.5</c:v>
                </c:pt>
                <c:pt idx="81">
                  <c:v>4453.857143</c:v>
                </c:pt>
                <c:pt idx="82">
                  <c:v>6216.666667</c:v>
                </c:pt>
                <c:pt idx="83">
                  <c:v>1493.5</c:v>
                </c:pt>
                <c:pt idx="84">
                  <c:v>1774.5</c:v>
                </c:pt>
                <c:pt idx="85">
                  <c:v>5260</c:v>
                </c:pt>
                <c:pt idx="86">
                  <c:v>1952</c:v>
                </c:pt>
                <c:pt idx="87">
                  <c:v>4666</c:v>
                </c:pt>
                <c:pt idx="88">
                  <c:v>922</c:v>
                </c:pt>
                <c:pt idx="89">
                  <c:v>1458</c:v>
                </c:pt>
                <c:pt idx="90">
                  <c:v>303</c:v>
                </c:pt>
                <c:pt idx="91">
                  <c:v>1645.5</c:v>
                </c:pt>
                <c:pt idx="92">
                  <c:v>2434.5</c:v>
                </c:pt>
                <c:pt idx="93">
                  <c:v>90.5</c:v>
                </c:pt>
                <c:pt idx="94">
                  <c:v>294.5</c:v>
                </c:pt>
                <c:pt idx="95">
                  <c:v>950</c:v>
                </c:pt>
                <c:pt idx="96">
                  <c:v>4686</c:v>
                </c:pt>
                <c:pt idx="97">
                  <c:v>4193.5</c:v>
                </c:pt>
                <c:pt idx="98">
                  <c:v>4165.5</c:v>
                </c:pt>
                <c:pt idx="99">
                  <c:v>3224</c:v>
                </c:pt>
                <c:pt idx="100">
                  <c:v>1023.5</c:v>
                </c:pt>
                <c:pt idx="101">
                  <c:v>2204</c:v>
                </c:pt>
                <c:pt idx="102">
                  <c:v>2393.428571</c:v>
                </c:pt>
                <c:pt idx="103">
                  <c:v>2436</c:v>
                </c:pt>
                <c:pt idx="104">
                  <c:v>282</c:v>
                </c:pt>
                <c:pt idx="105">
                  <c:v>1507</c:v>
                </c:pt>
                <c:pt idx="106">
                  <c:v>2867</c:v>
                </c:pt>
                <c:pt idx="107">
                  <c:v>671.5</c:v>
                </c:pt>
                <c:pt idx="108">
                  <c:v>553.7142857</c:v>
                </c:pt>
                <c:pt idx="109">
                  <c:v>552</c:v>
                </c:pt>
                <c:pt idx="110">
                  <c:v>1147</c:v>
                </c:pt>
                <c:pt idx="111">
                  <c:v>1368.75</c:v>
                </c:pt>
                <c:pt idx="112">
                  <c:v>753</c:v>
                </c:pt>
                <c:pt idx="113">
                  <c:v>3075.5</c:v>
                </c:pt>
                <c:pt idx="114">
                  <c:v>1302.5</c:v>
                </c:pt>
                <c:pt idx="115">
                  <c:v>1352.571429</c:v>
                </c:pt>
                <c:pt idx="116">
                  <c:v>1121.666667</c:v>
                </c:pt>
                <c:pt idx="117">
                  <c:v>3257.5</c:v>
                </c:pt>
                <c:pt idx="118">
                  <c:v>1177.5</c:v>
                </c:pt>
                <c:pt idx="119">
                  <c:v>988.5</c:v>
                </c:pt>
                <c:pt idx="120">
                  <c:v>311.7142857</c:v>
                </c:pt>
                <c:pt idx="121">
                  <c:v>4260.285714</c:v>
                </c:pt>
                <c:pt idx="122">
                  <c:v>2327.857143</c:v>
                </c:pt>
                <c:pt idx="123">
                  <c:v>2535</c:v>
                </c:pt>
                <c:pt idx="124">
                  <c:v>1826.428571</c:v>
                </c:pt>
                <c:pt idx="125">
                  <c:v>1613.666667</c:v>
                </c:pt>
                <c:pt idx="126">
                  <c:v>2600.857143</c:v>
                </c:pt>
                <c:pt idx="127">
                  <c:v>848</c:v>
                </c:pt>
                <c:pt idx="128">
                  <c:v>1839</c:v>
                </c:pt>
                <c:pt idx="129">
                  <c:v>2855.25</c:v>
                </c:pt>
                <c:pt idx="130">
                  <c:v>3600.5</c:v>
                </c:pt>
                <c:pt idx="131">
                  <c:v>3451</c:v>
                </c:pt>
                <c:pt idx="132">
                  <c:v>3604.142857</c:v>
                </c:pt>
                <c:pt idx="133">
                  <c:v>4194.333333</c:v>
                </c:pt>
                <c:pt idx="134">
                  <c:v>1418</c:v>
                </c:pt>
                <c:pt idx="135">
                  <c:v>1421.857143</c:v>
                </c:pt>
                <c:pt idx="136">
                  <c:v>1466.166667</c:v>
                </c:pt>
                <c:pt idx="137">
                  <c:v>311</c:v>
                </c:pt>
                <c:pt idx="138">
                  <c:v>397.1428571</c:v>
                </c:pt>
                <c:pt idx="139">
                  <c:v>356.3333333</c:v>
                </c:pt>
                <c:pt idx="140">
                  <c:v>144.25</c:v>
                </c:pt>
                <c:pt idx="141">
                  <c:v>38.21428571</c:v>
                </c:pt>
                <c:pt idx="142">
                  <c:v>61.33333333</c:v>
                </c:pt>
                <c:pt idx="143">
                  <c:v>575.5</c:v>
                </c:pt>
                <c:pt idx="144">
                  <c:v>848</c:v>
                </c:pt>
                <c:pt idx="145">
                  <c:v>785</c:v>
                </c:pt>
                <c:pt idx="146">
                  <c:v>3054</c:v>
                </c:pt>
                <c:pt idx="147">
                  <c:v>639.5</c:v>
                </c:pt>
                <c:pt idx="148">
                  <c:v>1142.571429</c:v>
                </c:pt>
                <c:pt idx="149">
                  <c:v>3296</c:v>
                </c:pt>
                <c:pt idx="150">
                  <c:v>536</c:v>
                </c:pt>
                <c:pt idx="151">
                  <c:v>2998.5</c:v>
                </c:pt>
                <c:pt idx="152">
                  <c:v>1596</c:v>
                </c:pt>
                <c:pt idx="153">
                  <c:v>1279.571429</c:v>
                </c:pt>
                <c:pt idx="154">
                  <c:v>1239.333333</c:v>
                </c:pt>
                <c:pt idx="155">
                  <c:v>3228</c:v>
                </c:pt>
                <c:pt idx="156">
                  <c:v>3308.285714</c:v>
                </c:pt>
                <c:pt idx="157">
                  <c:v>3728.333333</c:v>
                </c:pt>
                <c:pt idx="158">
                  <c:v>3754</c:v>
                </c:pt>
                <c:pt idx="159">
                  <c:v>1056.5</c:v>
                </c:pt>
                <c:pt idx="160">
                  <c:v>3185</c:v>
                </c:pt>
                <c:pt idx="161">
                  <c:v>867</c:v>
                </c:pt>
                <c:pt idx="162">
                  <c:v>0</c:v>
                </c:pt>
                <c:pt idx="163">
                  <c:v>0</c:v>
                </c:pt>
                <c:pt idx="164">
                  <c:v>887</c:v>
                </c:pt>
                <c:pt idx="165">
                  <c:v>884.7857143</c:v>
                </c:pt>
                <c:pt idx="166">
                  <c:v>868.5</c:v>
                </c:pt>
                <c:pt idx="167">
                  <c:v>2033</c:v>
                </c:pt>
                <c:pt idx="168">
                  <c:v>1395.571429</c:v>
                </c:pt>
                <c:pt idx="169">
                  <c:v>1271.666667</c:v>
                </c:pt>
                <c:pt idx="170">
                  <c:v>616.5</c:v>
                </c:pt>
                <c:pt idx="171">
                  <c:v>607.8571429</c:v>
                </c:pt>
                <c:pt idx="172">
                  <c:v>535.3333333</c:v>
                </c:pt>
                <c:pt idx="173">
                  <c:v>1266.5</c:v>
                </c:pt>
                <c:pt idx="174">
                  <c:v>1323.642857</c:v>
                </c:pt>
                <c:pt idx="175">
                  <c:v>1255</c:v>
                </c:pt>
                <c:pt idx="176">
                  <c:v>798.5</c:v>
                </c:pt>
                <c:pt idx="177">
                  <c:v>1013.571429</c:v>
                </c:pt>
                <c:pt idx="178">
                  <c:v>996.6666667</c:v>
                </c:pt>
                <c:pt idx="179">
                  <c:v>255</c:v>
                </c:pt>
                <c:pt idx="180">
                  <c:v>482.7142857</c:v>
                </c:pt>
                <c:pt idx="181">
                  <c:v>539.3333333</c:v>
                </c:pt>
                <c:pt idx="182">
                  <c:v>5092</c:v>
                </c:pt>
                <c:pt idx="183">
                  <c:v>4201.428571</c:v>
                </c:pt>
                <c:pt idx="184">
                  <c:v>4146.333333</c:v>
                </c:pt>
                <c:pt idx="185">
                  <c:v>1838.5</c:v>
                </c:pt>
                <c:pt idx="186">
                  <c:v>692.5</c:v>
                </c:pt>
                <c:pt idx="187">
                  <c:v>1272</c:v>
                </c:pt>
                <c:pt idx="188">
                  <c:v>2638.25</c:v>
                </c:pt>
                <c:pt idx="189">
                  <c:v>3583.214286</c:v>
                </c:pt>
                <c:pt idx="190">
                  <c:v>917</c:v>
                </c:pt>
                <c:pt idx="191">
                  <c:v>2295.5</c:v>
                </c:pt>
                <c:pt idx="192">
                  <c:v>1515.5</c:v>
                </c:pt>
                <c:pt idx="193">
                  <c:v>1269.5</c:v>
                </c:pt>
                <c:pt idx="194">
                  <c:v>1588</c:v>
                </c:pt>
                <c:pt idx="195">
                  <c:v>1582.5</c:v>
                </c:pt>
                <c:pt idx="196">
                  <c:v>4683.5</c:v>
                </c:pt>
                <c:pt idx="197">
                  <c:v>2368</c:v>
                </c:pt>
                <c:pt idx="198">
                  <c:v>400</c:v>
                </c:pt>
                <c:pt idx="199">
                  <c:v>3408</c:v>
                </c:pt>
                <c:pt idx="200">
                  <c:v>1019.5</c:v>
                </c:pt>
                <c:pt idx="201">
                  <c:v>1727.5</c:v>
                </c:pt>
                <c:pt idx="202">
                  <c:v>1386.214286</c:v>
                </c:pt>
                <c:pt idx="203">
                  <c:v>1390.333333</c:v>
                </c:pt>
                <c:pt idx="204">
                  <c:v>4588</c:v>
                </c:pt>
                <c:pt idx="205">
                  <c:v>4058.571429</c:v>
                </c:pt>
                <c:pt idx="206">
                  <c:v>4226.666667</c:v>
                </c:pt>
                <c:pt idx="207">
                  <c:v>1673</c:v>
                </c:pt>
                <c:pt idx="208">
                  <c:v>1514.285714</c:v>
                </c:pt>
                <c:pt idx="209">
                  <c:v>1776.333333</c:v>
                </c:pt>
                <c:pt idx="210">
                  <c:v>2079.142857</c:v>
                </c:pt>
                <c:pt idx="211">
                  <c:v>2258.666667</c:v>
                </c:pt>
                <c:pt idx="212">
                  <c:v>598</c:v>
                </c:pt>
                <c:pt idx="213">
                  <c:v>557</c:v>
                </c:pt>
                <c:pt idx="214">
                  <c:v>479.3333333</c:v>
                </c:pt>
                <c:pt idx="215">
                  <c:v>575</c:v>
                </c:pt>
                <c:pt idx="216">
                  <c:v>273.5</c:v>
                </c:pt>
                <c:pt idx="217">
                  <c:v>1957</c:v>
                </c:pt>
                <c:pt idx="218">
                  <c:v>1959</c:v>
                </c:pt>
                <c:pt idx="219">
                  <c:v>1679.5</c:v>
                </c:pt>
                <c:pt idx="220">
                  <c:v>1639</c:v>
                </c:pt>
                <c:pt idx="221">
                  <c:v>1823</c:v>
                </c:pt>
                <c:pt idx="222">
                  <c:v>937</c:v>
                </c:pt>
                <c:pt idx="223">
                  <c:v>153.8571429</c:v>
                </c:pt>
                <c:pt idx="224">
                  <c:v>69.33333333</c:v>
                </c:pt>
                <c:pt idx="225">
                  <c:v>3969</c:v>
                </c:pt>
                <c:pt idx="226">
                  <c:v>3340.428571</c:v>
                </c:pt>
                <c:pt idx="227">
                  <c:v>3520.333333</c:v>
                </c:pt>
                <c:pt idx="228">
                  <c:v>5698.428571</c:v>
                </c:pt>
                <c:pt idx="229">
                  <c:v>7818</c:v>
                </c:pt>
                <c:pt idx="230">
                  <c:v>6239.5</c:v>
                </c:pt>
                <c:pt idx="231">
                  <c:v>7860</c:v>
                </c:pt>
                <c:pt idx="232">
                  <c:v>1703</c:v>
                </c:pt>
                <c:pt idx="233">
                  <c:v>1783</c:v>
                </c:pt>
                <c:pt idx="234">
                  <c:v>4135</c:v>
                </c:pt>
                <c:pt idx="235">
                  <c:v>3905.142857</c:v>
                </c:pt>
                <c:pt idx="236">
                  <c:v>3793.666667</c:v>
                </c:pt>
                <c:pt idx="237">
                  <c:v>1707</c:v>
                </c:pt>
                <c:pt idx="238">
                  <c:v>1992.714286</c:v>
                </c:pt>
                <c:pt idx="239">
                  <c:v>2438</c:v>
                </c:pt>
                <c:pt idx="240">
                  <c:v>409.7142857</c:v>
                </c:pt>
                <c:pt idx="241">
                  <c:v>1059</c:v>
                </c:pt>
                <c:pt idx="242">
                  <c:v>1052.428571</c:v>
                </c:pt>
                <c:pt idx="243">
                  <c:v>1127</c:v>
                </c:pt>
                <c:pt idx="244">
                  <c:v>3487.285714</c:v>
                </c:pt>
                <c:pt idx="245">
                  <c:v>3082</c:v>
                </c:pt>
                <c:pt idx="246">
                  <c:v>2903.142857</c:v>
                </c:pt>
                <c:pt idx="247">
                  <c:v>3108</c:v>
                </c:pt>
                <c:pt idx="248">
                  <c:v>782</c:v>
                </c:pt>
                <c:pt idx="249">
                  <c:v>831.2857143</c:v>
                </c:pt>
                <c:pt idx="250">
                  <c:v>797</c:v>
                </c:pt>
                <c:pt idx="251">
                  <c:v>1806.75</c:v>
                </c:pt>
                <c:pt idx="252">
                  <c:v>1638</c:v>
                </c:pt>
                <c:pt idx="253">
                  <c:v>7763</c:v>
                </c:pt>
                <c:pt idx="254">
                  <c:v>3218</c:v>
                </c:pt>
                <c:pt idx="255">
                  <c:v>3385.5</c:v>
                </c:pt>
                <c:pt idx="256">
                  <c:v>6034</c:v>
                </c:pt>
                <c:pt idx="257">
                  <c:v>2331.5</c:v>
                </c:pt>
                <c:pt idx="258">
                  <c:v>3777.25</c:v>
                </c:pt>
                <c:pt idx="259">
                  <c:v>3192.25</c:v>
                </c:pt>
                <c:pt idx="260">
                  <c:v>310</c:v>
                </c:pt>
                <c:pt idx="261">
                  <c:v>4511.25</c:v>
                </c:pt>
                <c:pt idx="262">
                  <c:v>5753.25</c:v>
                </c:pt>
                <c:pt idx="263">
                  <c:v>3202.5</c:v>
                </c:pt>
                <c:pt idx="264">
                  <c:v>2328.285714</c:v>
                </c:pt>
                <c:pt idx="265">
                  <c:v>2536.666667</c:v>
                </c:pt>
                <c:pt idx="266">
                  <c:v>388.5</c:v>
                </c:pt>
                <c:pt idx="267">
                  <c:v>359.1428571</c:v>
                </c:pt>
                <c:pt idx="268">
                  <c:v>501.6666667</c:v>
                </c:pt>
                <c:pt idx="269">
                  <c:v>3510</c:v>
                </c:pt>
                <c:pt idx="270">
                  <c:v>1752</c:v>
                </c:pt>
                <c:pt idx="271">
                  <c:v>1771.714286</c:v>
                </c:pt>
                <c:pt idx="272">
                  <c:v>1741</c:v>
                </c:pt>
                <c:pt idx="273">
                  <c:v>3305</c:v>
                </c:pt>
                <c:pt idx="274">
                  <c:v>4007.857143</c:v>
                </c:pt>
                <c:pt idx="275">
                  <c:v>4063.333333</c:v>
                </c:pt>
                <c:pt idx="276">
                  <c:v>1815</c:v>
                </c:pt>
                <c:pt idx="277">
                  <c:v>1238</c:v>
                </c:pt>
                <c:pt idx="278">
                  <c:v>3096</c:v>
                </c:pt>
                <c:pt idx="279">
                  <c:v>1540.5</c:v>
                </c:pt>
                <c:pt idx="280">
                  <c:v>3495.5</c:v>
                </c:pt>
                <c:pt idx="281">
                  <c:v>4400</c:v>
                </c:pt>
                <c:pt idx="282">
                  <c:v>2401.5</c:v>
                </c:pt>
                <c:pt idx="283">
                  <c:v>784</c:v>
                </c:pt>
                <c:pt idx="284">
                  <c:v>672.5</c:v>
                </c:pt>
                <c:pt idx="285">
                  <c:v>828.1428571</c:v>
                </c:pt>
                <c:pt idx="286">
                  <c:v>793</c:v>
                </c:pt>
                <c:pt idx="287">
                  <c:v>6800.5</c:v>
                </c:pt>
                <c:pt idx="288">
                  <c:v>6585.142857</c:v>
                </c:pt>
                <c:pt idx="289">
                  <c:v>6806.666667</c:v>
                </c:pt>
                <c:pt idx="290">
                  <c:v>1141</c:v>
                </c:pt>
                <c:pt idx="291">
                  <c:v>4730</c:v>
                </c:pt>
                <c:pt idx="292">
                  <c:v>632</c:v>
                </c:pt>
                <c:pt idx="293">
                  <c:v>778.8571429</c:v>
                </c:pt>
                <c:pt idx="294">
                  <c:v>724</c:v>
                </c:pt>
                <c:pt idx="295">
                  <c:v>549.5</c:v>
                </c:pt>
                <c:pt idx="296">
                  <c:v>4440.5</c:v>
                </c:pt>
                <c:pt idx="297">
                  <c:v>172.5714286</c:v>
                </c:pt>
                <c:pt idx="298">
                  <c:v>733.4285714</c:v>
                </c:pt>
                <c:pt idx="299">
                  <c:v>946.5</c:v>
                </c:pt>
                <c:pt idx="300">
                  <c:v>675.4285714</c:v>
                </c:pt>
                <c:pt idx="301">
                  <c:v>456.3333333</c:v>
                </c:pt>
                <c:pt idx="302">
                  <c:v>1024</c:v>
                </c:pt>
                <c:pt idx="303">
                  <c:v>693.7142857</c:v>
                </c:pt>
                <c:pt idx="304">
                  <c:v>622.6666667</c:v>
                </c:pt>
                <c:pt idx="305">
                  <c:v>895.5</c:v>
                </c:pt>
                <c:pt idx="306">
                  <c:v>950.1428571</c:v>
                </c:pt>
                <c:pt idx="307">
                  <c:v>1267.333333</c:v>
                </c:pt>
                <c:pt idx="308">
                  <c:v>571</c:v>
                </c:pt>
                <c:pt idx="309">
                  <c:v>4374.5</c:v>
                </c:pt>
                <c:pt idx="310">
                  <c:v>4142</c:v>
                </c:pt>
                <c:pt idx="311">
                  <c:v>3465.333333</c:v>
                </c:pt>
                <c:pt idx="312">
                  <c:v>791.4285714</c:v>
                </c:pt>
                <c:pt idx="313">
                  <c:v>126.8571429</c:v>
                </c:pt>
                <c:pt idx="314">
                  <c:v>2625</c:v>
                </c:pt>
                <c:pt idx="315">
                  <c:v>2926</c:v>
                </c:pt>
                <c:pt idx="316">
                  <c:v>2699</c:v>
                </c:pt>
                <c:pt idx="317">
                  <c:v>317</c:v>
                </c:pt>
                <c:pt idx="318">
                  <c:v>8470.5</c:v>
                </c:pt>
                <c:pt idx="319">
                  <c:v>7687.285714</c:v>
                </c:pt>
                <c:pt idx="320">
                  <c:v>6891.333333</c:v>
                </c:pt>
                <c:pt idx="321">
                  <c:v>4825</c:v>
                </c:pt>
                <c:pt idx="322">
                  <c:v>4544</c:v>
                </c:pt>
                <c:pt idx="323">
                  <c:v>4225.666667</c:v>
                </c:pt>
                <c:pt idx="324">
                  <c:v>2300</c:v>
                </c:pt>
                <c:pt idx="325">
                  <c:v>501.5</c:v>
                </c:pt>
                <c:pt idx="326">
                  <c:v>433.2857143</c:v>
                </c:pt>
                <c:pt idx="327">
                  <c:v>1868.714286</c:v>
                </c:pt>
                <c:pt idx="328">
                  <c:v>2779.5</c:v>
                </c:pt>
                <c:pt idx="329">
                  <c:v>2710.857143</c:v>
                </c:pt>
                <c:pt idx="330">
                  <c:v>2409.333333</c:v>
                </c:pt>
                <c:pt idx="331">
                  <c:v>458.75</c:v>
                </c:pt>
                <c:pt idx="332">
                  <c:v>1270.25</c:v>
                </c:pt>
                <c:pt idx="333">
                  <c:v>708.5</c:v>
                </c:pt>
                <c:pt idx="334">
                  <c:v>1254</c:v>
                </c:pt>
                <c:pt idx="335">
                  <c:v>1784.5</c:v>
                </c:pt>
                <c:pt idx="336">
                  <c:v>1324.428571</c:v>
                </c:pt>
                <c:pt idx="337">
                  <c:v>1216.666667</c:v>
                </c:pt>
                <c:pt idx="338">
                  <c:v>1231.5</c:v>
                </c:pt>
                <c:pt idx="339">
                  <c:v>1228.571429</c:v>
                </c:pt>
                <c:pt idx="340">
                  <c:v>820.3333333</c:v>
                </c:pt>
                <c:pt idx="341">
                  <c:v>3706.5</c:v>
                </c:pt>
                <c:pt idx="342">
                  <c:v>4589</c:v>
                </c:pt>
                <c:pt idx="343">
                  <c:v>5951</c:v>
                </c:pt>
                <c:pt idx="344">
                  <c:v>6400.857143</c:v>
                </c:pt>
                <c:pt idx="345">
                  <c:v>6454</c:v>
                </c:pt>
                <c:pt idx="346">
                  <c:v>4380.5</c:v>
                </c:pt>
                <c:pt idx="347">
                  <c:v>2865.285714</c:v>
                </c:pt>
                <c:pt idx="348">
                  <c:v>2784</c:v>
                </c:pt>
                <c:pt idx="349">
                  <c:v>2853.5</c:v>
                </c:pt>
                <c:pt idx="350">
                  <c:v>2292.714286</c:v>
                </c:pt>
                <c:pt idx="351">
                  <c:v>2073.333333</c:v>
                </c:pt>
                <c:pt idx="352">
                  <c:v>1416</c:v>
                </c:pt>
                <c:pt idx="353">
                  <c:v>4631.5</c:v>
                </c:pt>
                <c:pt idx="354">
                  <c:v>486.5</c:v>
                </c:pt>
                <c:pt idx="355">
                  <c:v>3980.5</c:v>
                </c:pt>
                <c:pt idx="356">
                  <c:v>5361.5</c:v>
                </c:pt>
                <c:pt idx="357">
                  <c:v>5039.5</c:v>
                </c:pt>
                <c:pt idx="358">
                  <c:v>5474</c:v>
                </c:pt>
                <c:pt idx="359">
                  <c:v>5945.666667</c:v>
                </c:pt>
                <c:pt idx="360">
                  <c:v>392</c:v>
                </c:pt>
                <c:pt idx="361">
                  <c:v>503.7142857</c:v>
                </c:pt>
                <c:pt idx="362">
                  <c:v>409.3333333</c:v>
                </c:pt>
                <c:pt idx="363">
                  <c:v>2085</c:v>
                </c:pt>
                <c:pt idx="364">
                  <c:v>3293</c:v>
                </c:pt>
                <c:pt idx="365">
                  <c:v>2544.75</c:v>
                </c:pt>
                <c:pt idx="366">
                  <c:v>6104.5</c:v>
                </c:pt>
                <c:pt idx="367">
                  <c:v>3031.5</c:v>
                </c:pt>
                <c:pt idx="368">
                  <c:v>3927.5</c:v>
                </c:pt>
                <c:pt idx="369">
                  <c:v>5126.5</c:v>
                </c:pt>
                <c:pt idx="370">
                  <c:v>3688</c:v>
                </c:pt>
                <c:pt idx="371">
                  <c:v>780.5</c:v>
                </c:pt>
                <c:pt idx="372">
                  <c:v>792</c:v>
                </c:pt>
                <c:pt idx="373">
                  <c:v>735.75</c:v>
                </c:pt>
                <c:pt idx="374">
                  <c:v>1377.25</c:v>
                </c:pt>
                <c:pt idx="375">
                  <c:v>653.5</c:v>
                </c:pt>
                <c:pt idx="376">
                  <c:v>706.4285714</c:v>
                </c:pt>
                <c:pt idx="377">
                  <c:v>722.3333333</c:v>
                </c:pt>
                <c:pt idx="378">
                  <c:v>1442</c:v>
                </c:pt>
                <c:pt idx="379">
                  <c:v>1124.857143</c:v>
                </c:pt>
                <c:pt idx="380">
                  <c:v>1209</c:v>
                </c:pt>
                <c:pt idx="381">
                  <c:v>2360.5</c:v>
                </c:pt>
                <c:pt idx="382">
                  <c:v>6327</c:v>
                </c:pt>
                <c:pt idx="383">
                  <c:v>5598</c:v>
                </c:pt>
                <c:pt idx="384">
                  <c:v>5457.666667</c:v>
                </c:pt>
                <c:pt idx="385">
                  <c:v>591</c:v>
                </c:pt>
                <c:pt idx="386">
                  <c:v>2347.5</c:v>
                </c:pt>
                <c:pt idx="387">
                  <c:v>2317</c:v>
                </c:pt>
                <c:pt idx="388">
                  <c:v>2558.428571</c:v>
                </c:pt>
                <c:pt idx="389">
                  <c:v>2297</c:v>
                </c:pt>
                <c:pt idx="390">
                  <c:v>7660</c:v>
                </c:pt>
                <c:pt idx="391">
                  <c:v>6650.428571</c:v>
                </c:pt>
                <c:pt idx="392">
                  <c:v>6465.666667</c:v>
                </c:pt>
                <c:pt idx="393">
                  <c:v>1382</c:v>
                </c:pt>
                <c:pt idx="394">
                  <c:v>1461.571429</c:v>
                </c:pt>
                <c:pt idx="395">
                  <c:v>1398.666667</c:v>
                </c:pt>
                <c:pt idx="396">
                  <c:v>2102.5</c:v>
                </c:pt>
                <c:pt idx="397">
                  <c:v>2210</c:v>
                </c:pt>
                <c:pt idx="398">
                  <c:v>2199</c:v>
                </c:pt>
                <c:pt idx="399">
                  <c:v>1925</c:v>
                </c:pt>
                <c:pt idx="400">
                  <c:v>4027</c:v>
                </c:pt>
                <c:pt idx="401">
                  <c:v>749.5</c:v>
                </c:pt>
                <c:pt idx="402">
                  <c:v>2446.25</c:v>
                </c:pt>
                <c:pt idx="403">
                  <c:v>8.5</c:v>
                </c:pt>
                <c:pt idx="404">
                  <c:v>691.5</c:v>
                </c:pt>
                <c:pt idx="405">
                  <c:v>973</c:v>
                </c:pt>
                <c:pt idx="406">
                  <c:v>274</c:v>
                </c:pt>
                <c:pt idx="407">
                  <c:v>291</c:v>
                </c:pt>
                <c:pt idx="408">
                  <c:v>273.6666667</c:v>
                </c:pt>
                <c:pt idx="409">
                  <c:v>972</c:v>
                </c:pt>
                <c:pt idx="410">
                  <c:v>1143.857143</c:v>
                </c:pt>
                <c:pt idx="411">
                  <c:v>1173</c:v>
                </c:pt>
                <c:pt idx="412">
                  <c:v>2995.75</c:v>
                </c:pt>
                <c:pt idx="413">
                  <c:v>3502.75</c:v>
                </c:pt>
                <c:pt idx="414">
                  <c:v>8018.5</c:v>
                </c:pt>
                <c:pt idx="415">
                  <c:v>7436</c:v>
                </c:pt>
                <c:pt idx="416">
                  <c:v>6633.333333</c:v>
                </c:pt>
                <c:pt idx="417">
                  <c:v>1481</c:v>
                </c:pt>
                <c:pt idx="418">
                  <c:v>1671</c:v>
                </c:pt>
                <c:pt idx="419">
                  <c:v>1395.333333</c:v>
                </c:pt>
                <c:pt idx="420">
                  <c:v>798</c:v>
                </c:pt>
                <c:pt idx="421">
                  <c:v>827.4285714</c:v>
                </c:pt>
                <c:pt idx="422">
                  <c:v>864.6666667</c:v>
                </c:pt>
                <c:pt idx="423">
                  <c:v>1159.5</c:v>
                </c:pt>
                <c:pt idx="424">
                  <c:v>1219.5</c:v>
                </c:pt>
                <c:pt idx="425">
                  <c:v>1107</c:v>
                </c:pt>
                <c:pt idx="426">
                  <c:v>1498</c:v>
                </c:pt>
                <c:pt idx="427">
                  <c:v>1541</c:v>
                </c:pt>
                <c:pt idx="428">
                  <c:v>2367.5</c:v>
                </c:pt>
                <c:pt idx="429">
                  <c:v>2173.714286</c:v>
                </c:pt>
                <c:pt idx="430">
                  <c:v>2204.666667</c:v>
                </c:pt>
                <c:pt idx="431">
                  <c:v>1007.25</c:v>
                </c:pt>
                <c:pt idx="432">
                  <c:v>3220.25</c:v>
                </c:pt>
                <c:pt idx="433">
                  <c:v>842.75</c:v>
                </c:pt>
                <c:pt idx="434">
                  <c:v>3</c:v>
                </c:pt>
                <c:pt idx="435">
                  <c:v>1622</c:v>
                </c:pt>
                <c:pt idx="436">
                  <c:v>661.5</c:v>
                </c:pt>
                <c:pt idx="437">
                  <c:v>2541</c:v>
                </c:pt>
                <c:pt idx="438">
                  <c:v>805</c:v>
                </c:pt>
                <c:pt idx="439">
                  <c:v>628.5714286</c:v>
                </c:pt>
                <c:pt idx="440">
                  <c:v>748</c:v>
                </c:pt>
                <c:pt idx="441">
                  <c:v>409</c:v>
                </c:pt>
                <c:pt idx="442">
                  <c:v>418.5714286</c:v>
                </c:pt>
                <c:pt idx="443">
                  <c:v>522.3333333</c:v>
                </c:pt>
                <c:pt idx="444">
                  <c:v>385.5</c:v>
                </c:pt>
                <c:pt idx="445">
                  <c:v>618.4285714</c:v>
                </c:pt>
                <c:pt idx="446">
                  <c:v>647</c:v>
                </c:pt>
                <c:pt idx="447">
                  <c:v>1190</c:v>
                </c:pt>
                <c:pt idx="448">
                  <c:v>911.5714286</c:v>
                </c:pt>
                <c:pt idx="449">
                  <c:v>778.3333333</c:v>
                </c:pt>
                <c:pt idx="450">
                  <c:v>3944.5</c:v>
                </c:pt>
                <c:pt idx="451">
                  <c:v>3969.714286</c:v>
                </c:pt>
                <c:pt idx="452">
                  <c:v>4349.333333</c:v>
                </c:pt>
                <c:pt idx="453">
                  <c:v>4523.714286</c:v>
                </c:pt>
                <c:pt idx="454">
                  <c:v>1705.142857</c:v>
                </c:pt>
                <c:pt idx="455">
                  <c:v>1450.5</c:v>
                </c:pt>
                <c:pt idx="456">
                  <c:v>1361.714286</c:v>
                </c:pt>
                <c:pt idx="457">
                  <c:v>1492.333333</c:v>
                </c:pt>
                <c:pt idx="458">
                  <c:v>286</c:v>
                </c:pt>
                <c:pt idx="459">
                  <c:v>513.5</c:v>
                </c:pt>
                <c:pt idx="460">
                  <c:v>334</c:v>
                </c:pt>
                <c:pt idx="461">
                  <c:v>1034</c:v>
                </c:pt>
                <c:pt idx="462">
                  <c:v>1266.071429</c:v>
                </c:pt>
                <c:pt idx="463">
                  <c:v>1258.333333</c:v>
                </c:pt>
                <c:pt idx="464">
                  <c:v>1404.5</c:v>
                </c:pt>
                <c:pt idx="465">
                  <c:v>623</c:v>
                </c:pt>
                <c:pt idx="466">
                  <c:v>4722</c:v>
                </c:pt>
                <c:pt idx="467">
                  <c:v>3989.714286</c:v>
                </c:pt>
                <c:pt idx="468">
                  <c:v>3643</c:v>
                </c:pt>
                <c:pt idx="469">
                  <c:v>637.2857143</c:v>
                </c:pt>
                <c:pt idx="470">
                  <c:v>2319</c:v>
                </c:pt>
                <c:pt idx="471">
                  <c:v>1974.428571</c:v>
                </c:pt>
                <c:pt idx="472">
                  <c:v>1874.833333</c:v>
                </c:pt>
                <c:pt idx="473">
                  <c:v>1120.75</c:v>
                </c:pt>
                <c:pt idx="474">
                  <c:v>886.2142857</c:v>
                </c:pt>
                <c:pt idx="475">
                  <c:v>825.5</c:v>
                </c:pt>
                <c:pt idx="476">
                  <c:v>1060</c:v>
                </c:pt>
                <c:pt idx="477">
                  <c:v>1148.75</c:v>
                </c:pt>
                <c:pt idx="478">
                  <c:v>764.25</c:v>
                </c:pt>
                <c:pt idx="479">
                  <c:v>3217</c:v>
                </c:pt>
                <c:pt idx="480">
                  <c:v>2603.714286</c:v>
                </c:pt>
                <c:pt idx="481">
                  <c:v>2238.666667</c:v>
                </c:pt>
                <c:pt idx="482">
                  <c:v>2680.5</c:v>
                </c:pt>
                <c:pt idx="483">
                  <c:v>2311.428571</c:v>
                </c:pt>
                <c:pt idx="484">
                  <c:v>3088</c:v>
                </c:pt>
                <c:pt idx="485">
                  <c:v>1056</c:v>
                </c:pt>
                <c:pt idx="486">
                  <c:v>1270.285714</c:v>
                </c:pt>
                <c:pt idx="487">
                  <c:v>1313.333333</c:v>
                </c:pt>
                <c:pt idx="488">
                  <c:v>2605</c:v>
                </c:pt>
                <c:pt idx="489">
                  <c:v>558</c:v>
                </c:pt>
                <c:pt idx="490">
                  <c:v>2041.5</c:v>
                </c:pt>
                <c:pt idx="491">
                  <c:v>2199.5</c:v>
                </c:pt>
                <c:pt idx="492">
                  <c:v>177.5</c:v>
                </c:pt>
                <c:pt idx="493">
                  <c:v>196.4285714</c:v>
                </c:pt>
                <c:pt idx="494">
                  <c:v>154.3333333</c:v>
                </c:pt>
                <c:pt idx="495">
                  <c:v>707.5</c:v>
                </c:pt>
                <c:pt idx="496">
                  <c:v>398.5714286</c:v>
                </c:pt>
                <c:pt idx="497">
                  <c:v>268</c:v>
                </c:pt>
                <c:pt idx="498">
                  <c:v>296.5714286</c:v>
                </c:pt>
                <c:pt idx="499">
                  <c:v>283</c:v>
                </c:pt>
                <c:pt idx="500">
                  <c:v>125.1428571</c:v>
                </c:pt>
                <c:pt idx="501">
                  <c:v>1897.571429</c:v>
                </c:pt>
                <c:pt idx="502">
                  <c:v>2654</c:v>
                </c:pt>
                <c:pt idx="503">
                  <c:v>2788.857143</c:v>
                </c:pt>
                <c:pt idx="504">
                  <c:v>2331</c:v>
                </c:pt>
                <c:pt idx="505">
                  <c:v>438.5</c:v>
                </c:pt>
                <c:pt idx="506">
                  <c:v>642.7142857</c:v>
                </c:pt>
                <c:pt idx="507">
                  <c:v>624.6666667</c:v>
                </c:pt>
                <c:pt idx="508">
                  <c:v>3763</c:v>
                </c:pt>
                <c:pt idx="509">
                  <c:v>4402.571429</c:v>
                </c:pt>
                <c:pt idx="510">
                  <c:v>5006</c:v>
                </c:pt>
                <c:pt idx="511">
                  <c:v>3637</c:v>
                </c:pt>
                <c:pt idx="512">
                  <c:v>4322.5</c:v>
                </c:pt>
                <c:pt idx="513">
                  <c:v>4279.285714</c:v>
                </c:pt>
                <c:pt idx="514">
                  <c:v>4054.333333</c:v>
                </c:pt>
                <c:pt idx="515">
                  <c:v>1283.5</c:v>
                </c:pt>
                <c:pt idx="516">
                  <c:v>1218.428571</c:v>
                </c:pt>
                <c:pt idx="517">
                  <c:v>1243.333333</c:v>
                </c:pt>
                <c:pt idx="518">
                  <c:v>2294</c:v>
                </c:pt>
                <c:pt idx="519">
                  <c:v>1896.5</c:v>
                </c:pt>
                <c:pt idx="520">
                  <c:v>1500</c:v>
                </c:pt>
                <c:pt idx="521">
                  <c:v>2387</c:v>
                </c:pt>
                <c:pt idx="522">
                  <c:v>1634.5</c:v>
                </c:pt>
                <c:pt idx="523">
                  <c:v>1123.857143</c:v>
                </c:pt>
                <c:pt idx="524">
                  <c:v>1414.666667</c:v>
                </c:pt>
                <c:pt idx="525">
                  <c:v>1512</c:v>
                </c:pt>
                <c:pt idx="526">
                  <c:v>1515.428571</c:v>
                </c:pt>
                <c:pt idx="527">
                  <c:v>1442</c:v>
                </c:pt>
                <c:pt idx="528">
                  <c:v>2571.5</c:v>
                </c:pt>
                <c:pt idx="529">
                  <c:v>2416.5</c:v>
                </c:pt>
                <c:pt idx="530">
                  <c:v>2352.666667</c:v>
                </c:pt>
                <c:pt idx="531">
                  <c:v>980.75</c:v>
                </c:pt>
                <c:pt idx="532">
                  <c:v>992</c:v>
                </c:pt>
                <c:pt idx="533">
                  <c:v>989.1666667</c:v>
                </c:pt>
                <c:pt idx="534">
                  <c:v>356.5</c:v>
                </c:pt>
                <c:pt idx="535">
                  <c:v>1324.5</c:v>
                </c:pt>
                <c:pt idx="536">
                  <c:v>59</c:v>
                </c:pt>
                <c:pt idx="537">
                  <c:v>1812.5</c:v>
                </c:pt>
                <c:pt idx="538">
                  <c:v>2307</c:v>
                </c:pt>
                <c:pt idx="539">
                  <c:v>313</c:v>
                </c:pt>
                <c:pt idx="540">
                  <c:v>3179</c:v>
                </c:pt>
                <c:pt idx="541">
                  <c:v>5940</c:v>
                </c:pt>
                <c:pt idx="542">
                  <c:v>5847.428571</c:v>
                </c:pt>
                <c:pt idx="543">
                  <c:v>5953.666667</c:v>
                </c:pt>
                <c:pt idx="544">
                  <c:v>1794.5</c:v>
                </c:pt>
                <c:pt idx="545">
                  <c:v>2885</c:v>
                </c:pt>
                <c:pt idx="546">
                  <c:v>929</c:v>
                </c:pt>
                <c:pt idx="547">
                  <c:v>1061.5</c:v>
                </c:pt>
                <c:pt idx="548">
                  <c:v>1038.571429</c:v>
                </c:pt>
                <c:pt idx="549">
                  <c:v>3206.857143</c:v>
                </c:pt>
                <c:pt idx="550">
                  <c:v>2285</c:v>
                </c:pt>
                <c:pt idx="551">
                  <c:v>431</c:v>
                </c:pt>
                <c:pt idx="552">
                  <c:v>827</c:v>
                </c:pt>
                <c:pt idx="553">
                  <c:v>910</c:v>
                </c:pt>
                <c:pt idx="554">
                  <c:v>921</c:v>
                </c:pt>
                <c:pt idx="555">
                  <c:v>1010.5</c:v>
                </c:pt>
                <c:pt idx="556">
                  <c:v>902</c:v>
                </c:pt>
                <c:pt idx="557">
                  <c:v>781.8333333</c:v>
                </c:pt>
                <c:pt idx="558">
                  <c:v>3306.75</c:v>
                </c:pt>
                <c:pt idx="559">
                  <c:v>3462.357143</c:v>
                </c:pt>
                <c:pt idx="560">
                  <c:v>4218.5</c:v>
                </c:pt>
                <c:pt idx="561">
                  <c:v>2509</c:v>
                </c:pt>
                <c:pt idx="562">
                  <c:v>646</c:v>
                </c:pt>
                <c:pt idx="563">
                  <c:v>830</c:v>
                </c:pt>
                <c:pt idx="564">
                  <c:v>2553.5</c:v>
                </c:pt>
                <c:pt idx="565">
                  <c:v>2829</c:v>
                </c:pt>
                <c:pt idx="566">
                  <c:v>2654.333333</c:v>
                </c:pt>
                <c:pt idx="567">
                  <c:v>863.5</c:v>
                </c:pt>
                <c:pt idx="568">
                  <c:v>769.5714286</c:v>
                </c:pt>
                <c:pt idx="569">
                  <c:v>613.3333333</c:v>
                </c:pt>
                <c:pt idx="570">
                  <c:v>1296</c:v>
                </c:pt>
                <c:pt idx="571">
                  <c:v>1330</c:v>
                </c:pt>
                <c:pt idx="572">
                  <c:v>1225.333333</c:v>
                </c:pt>
                <c:pt idx="573">
                  <c:v>505.5</c:v>
                </c:pt>
                <c:pt idx="574">
                  <c:v>1348</c:v>
                </c:pt>
                <c:pt idx="575">
                  <c:v>3438</c:v>
                </c:pt>
                <c:pt idx="576">
                  <c:v>1830.5</c:v>
                </c:pt>
                <c:pt idx="577">
                  <c:v>1753.857143</c:v>
                </c:pt>
                <c:pt idx="578">
                  <c:v>1585</c:v>
                </c:pt>
                <c:pt idx="579">
                  <c:v>1509</c:v>
                </c:pt>
                <c:pt idx="580">
                  <c:v>1092.428571</c:v>
                </c:pt>
                <c:pt idx="581">
                  <c:v>989</c:v>
                </c:pt>
                <c:pt idx="582">
                  <c:v>1576.5</c:v>
                </c:pt>
                <c:pt idx="583">
                  <c:v>2045.5</c:v>
                </c:pt>
                <c:pt idx="584">
                  <c:v>2832</c:v>
                </c:pt>
                <c:pt idx="585">
                  <c:v>2606.571429</c:v>
                </c:pt>
                <c:pt idx="586">
                  <c:v>2512.666667</c:v>
                </c:pt>
                <c:pt idx="587">
                  <c:v>3897</c:v>
                </c:pt>
                <c:pt idx="588">
                  <c:v>3313</c:v>
                </c:pt>
                <c:pt idx="589">
                  <c:v>2484.333333</c:v>
                </c:pt>
                <c:pt idx="590">
                  <c:v>4476.142857</c:v>
                </c:pt>
                <c:pt idx="591">
                  <c:v>3166.5</c:v>
                </c:pt>
                <c:pt idx="592">
                  <c:v>3866</c:v>
                </c:pt>
                <c:pt idx="593">
                  <c:v>3091.5</c:v>
                </c:pt>
                <c:pt idx="594">
                  <c:v>3402.857143</c:v>
                </c:pt>
                <c:pt idx="595">
                  <c:v>3558.666667</c:v>
                </c:pt>
                <c:pt idx="596">
                  <c:v>613.5</c:v>
                </c:pt>
                <c:pt idx="597">
                  <c:v>546</c:v>
                </c:pt>
                <c:pt idx="598">
                  <c:v>341.6666667</c:v>
                </c:pt>
                <c:pt idx="599">
                  <c:v>1628.5</c:v>
                </c:pt>
                <c:pt idx="600">
                  <c:v>1155.857143</c:v>
                </c:pt>
                <c:pt idx="601">
                  <c:v>1199.333333</c:v>
                </c:pt>
                <c:pt idx="602">
                  <c:v>325.5</c:v>
                </c:pt>
                <c:pt idx="603">
                  <c:v>344.5714286</c:v>
                </c:pt>
                <c:pt idx="604">
                  <c:v>218.6666667</c:v>
                </c:pt>
                <c:pt idx="605">
                  <c:v>234</c:v>
                </c:pt>
                <c:pt idx="606">
                  <c:v>268.1428571</c:v>
                </c:pt>
                <c:pt idx="607">
                  <c:v>323</c:v>
                </c:pt>
                <c:pt idx="608">
                  <c:v>744.25</c:v>
                </c:pt>
                <c:pt idx="609">
                  <c:v>1739.75</c:v>
                </c:pt>
                <c:pt idx="610">
                  <c:v>696</c:v>
                </c:pt>
                <c:pt idx="611">
                  <c:v>805</c:v>
                </c:pt>
                <c:pt idx="612">
                  <c:v>2286.5</c:v>
                </c:pt>
                <c:pt idx="613">
                  <c:v>1222</c:v>
                </c:pt>
                <c:pt idx="614">
                  <c:v>1706.75</c:v>
                </c:pt>
                <c:pt idx="615">
                  <c:v>5855</c:v>
                </c:pt>
                <c:pt idx="616">
                  <c:v>5506.571429</c:v>
                </c:pt>
                <c:pt idx="617">
                  <c:v>5406.333333</c:v>
                </c:pt>
                <c:pt idx="618">
                  <c:v>1594.5</c:v>
                </c:pt>
                <c:pt idx="619">
                  <c:v>1333.571429</c:v>
                </c:pt>
                <c:pt idx="620">
                  <c:v>1329.333333</c:v>
                </c:pt>
                <c:pt idx="621">
                  <c:v>4436</c:v>
                </c:pt>
                <c:pt idx="622">
                  <c:v>3338.142857</c:v>
                </c:pt>
                <c:pt idx="623">
                  <c:v>3498</c:v>
                </c:pt>
                <c:pt idx="624">
                  <c:v>1371</c:v>
                </c:pt>
                <c:pt idx="625">
                  <c:v>1319.142857</c:v>
                </c:pt>
                <c:pt idx="626">
                  <c:v>1468.666667</c:v>
                </c:pt>
                <c:pt idx="627">
                  <c:v>988</c:v>
                </c:pt>
                <c:pt idx="628">
                  <c:v>1076.285714</c:v>
                </c:pt>
                <c:pt idx="629">
                  <c:v>913.3333333</c:v>
                </c:pt>
                <c:pt idx="630">
                  <c:v>779</c:v>
                </c:pt>
                <c:pt idx="631">
                  <c:v>643.1428571</c:v>
                </c:pt>
                <c:pt idx="632">
                  <c:v>578.6666667</c:v>
                </c:pt>
                <c:pt idx="633">
                  <c:v>2195</c:v>
                </c:pt>
                <c:pt idx="634">
                  <c:v>633.5</c:v>
                </c:pt>
                <c:pt idx="635">
                  <c:v>801</c:v>
                </c:pt>
                <c:pt idx="636">
                  <c:v>641.6666667</c:v>
                </c:pt>
                <c:pt idx="637">
                  <c:v>1777.75</c:v>
                </c:pt>
                <c:pt idx="638">
                  <c:v>1873.428571</c:v>
                </c:pt>
                <c:pt idx="639">
                  <c:v>1289.333333</c:v>
                </c:pt>
                <c:pt idx="640">
                  <c:v>291</c:v>
                </c:pt>
                <c:pt idx="641">
                  <c:v>254.6428571</c:v>
                </c:pt>
                <c:pt idx="642">
                  <c:v>216.1666667</c:v>
                </c:pt>
                <c:pt idx="643">
                  <c:v>822.5</c:v>
                </c:pt>
                <c:pt idx="644">
                  <c:v>1212</c:v>
                </c:pt>
                <c:pt idx="645">
                  <c:v>1144.5</c:v>
                </c:pt>
                <c:pt idx="646">
                  <c:v>2191.5</c:v>
                </c:pt>
                <c:pt idx="647">
                  <c:v>1521.5</c:v>
                </c:pt>
                <c:pt idx="648">
                  <c:v>1242.714286</c:v>
                </c:pt>
                <c:pt idx="649">
                  <c:v>1461</c:v>
                </c:pt>
                <c:pt idx="650">
                  <c:v>1565</c:v>
                </c:pt>
                <c:pt idx="651">
                  <c:v>1050.714286</c:v>
                </c:pt>
                <c:pt idx="652">
                  <c:v>1174</c:v>
                </c:pt>
                <c:pt idx="653">
                  <c:v>4710</c:v>
                </c:pt>
                <c:pt idx="654">
                  <c:v>2017</c:v>
                </c:pt>
                <c:pt idx="655">
                  <c:v>1626.857143</c:v>
                </c:pt>
                <c:pt idx="656">
                  <c:v>1507.666667</c:v>
                </c:pt>
                <c:pt idx="657">
                  <c:v>439.5</c:v>
                </c:pt>
                <c:pt idx="658">
                  <c:v>448.2857143</c:v>
                </c:pt>
                <c:pt idx="659">
                  <c:v>414.6666667</c:v>
                </c:pt>
                <c:pt idx="660">
                  <c:v>1558</c:v>
                </c:pt>
                <c:pt idx="661">
                  <c:v>1117.142857</c:v>
                </c:pt>
                <c:pt idx="662">
                  <c:v>984.3333333</c:v>
                </c:pt>
                <c:pt idx="663">
                  <c:v>3794</c:v>
                </c:pt>
                <c:pt idx="664">
                  <c:v>5423.5</c:v>
                </c:pt>
                <c:pt idx="665">
                  <c:v>451</c:v>
                </c:pt>
                <c:pt idx="666">
                  <c:v>3662.571429</c:v>
                </c:pt>
                <c:pt idx="667">
                  <c:v>8309.5</c:v>
                </c:pt>
                <c:pt idx="668">
                  <c:v>3951.5</c:v>
                </c:pt>
                <c:pt idx="669">
                  <c:v>5006.5</c:v>
                </c:pt>
                <c:pt idx="670">
                  <c:v>5117.428571</c:v>
                </c:pt>
                <c:pt idx="671">
                  <c:v>4939.833333</c:v>
                </c:pt>
                <c:pt idx="672">
                  <c:v>5125.857143</c:v>
                </c:pt>
                <c:pt idx="673">
                  <c:v>1187.5</c:v>
                </c:pt>
                <c:pt idx="674">
                  <c:v>3611.5</c:v>
                </c:pt>
                <c:pt idx="675">
                  <c:v>865.5</c:v>
                </c:pt>
                <c:pt idx="676">
                  <c:v>755</c:v>
                </c:pt>
                <c:pt idx="677">
                  <c:v>1965</c:v>
                </c:pt>
                <c:pt idx="678">
                  <c:v>1160.25</c:v>
                </c:pt>
                <c:pt idx="679">
                  <c:v>284</c:v>
                </c:pt>
                <c:pt idx="680">
                  <c:v>1745</c:v>
                </c:pt>
                <c:pt idx="681">
                  <c:v>228</c:v>
                </c:pt>
                <c:pt idx="682">
                  <c:v>358.7142857</c:v>
                </c:pt>
                <c:pt idx="683">
                  <c:v>441</c:v>
                </c:pt>
                <c:pt idx="684">
                  <c:v>2630.5</c:v>
                </c:pt>
                <c:pt idx="685">
                  <c:v>3785</c:v>
                </c:pt>
                <c:pt idx="686">
                  <c:v>74.5</c:v>
                </c:pt>
                <c:pt idx="687">
                  <c:v>1713</c:v>
                </c:pt>
                <c:pt idx="688">
                  <c:v>81</c:v>
                </c:pt>
                <c:pt idx="689">
                  <c:v>86.28571429</c:v>
                </c:pt>
                <c:pt idx="690">
                  <c:v>74.33333333</c:v>
                </c:pt>
                <c:pt idx="691">
                  <c:v>333</c:v>
                </c:pt>
                <c:pt idx="692">
                  <c:v>1536</c:v>
                </c:pt>
                <c:pt idx="693">
                  <c:v>49</c:v>
                </c:pt>
                <c:pt idx="694">
                  <c:v>28.85714286</c:v>
                </c:pt>
                <c:pt idx="695">
                  <c:v>37.33333333</c:v>
                </c:pt>
                <c:pt idx="696">
                  <c:v>4056</c:v>
                </c:pt>
                <c:pt idx="697">
                  <c:v>3863.142857</c:v>
                </c:pt>
                <c:pt idx="698">
                  <c:v>3698.333333</c:v>
                </c:pt>
                <c:pt idx="699">
                  <c:v>808</c:v>
                </c:pt>
                <c:pt idx="700">
                  <c:v>776</c:v>
                </c:pt>
                <c:pt idx="701">
                  <c:v>636</c:v>
                </c:pt>
                <c:pt idx="702">
                  <c:v>1075</c:v>
                </c:pt>
                <c:pt idx="703">
                  <c:v>2566.75</c:v>
                </c:pt>
                <c:pt idx="704">
                  <c:v>1271</c:v>
                </c:pt>
                <c:pt idx="705">
                  <c:v>389</c:v>
                </c:pt>
                <c:pt idx="706">
                  <c:v>1076.5</c:v>
                </c:pt>
                <c:pt idx="707">
                  <c:v>763.5714286</c:v>
                </c:pt>
                <c:pt idx="708">
                  <c:v>525.3333333</c:v>
                </c:pt>
                <c:pt idx="709">
                  <c:v>4884.5</c:v>
                </c:pt>
                <c:pt idx="710">
                  <c:v>5534.285714</c:v>
                </c:pt>
                <c:pt idx="711">
                  <c:v>6071</c:v>
                </c:pt>
                <c:pt idx="712">
                  <c:v>1471.5</c:v>
                </c:pt>
                <c:pt idx="713">
                  <c:v>1339.857143</c:v>
                </c:pt>
                <c:pt idx="714">
                  <c:v>1395.333333</c:v>
                </c:pt>
                <c:pt idx="715">
                  <c:v>2104.25</c:v>
                </c:pt>
                <c:pt idx="716">
                  <c:v>1970.357143</c:v>
                </c:pt>
                <c:pt idx="717">
                  <c:v>2451.666667</c:v>
                </c:pt>
                <c:pt idx="718">
                  <c:v>933.75</c:v>
                </c:pt>
                <c:pt idx="719">
                  <c:v>1073.642857</c:v>
                </c:pt>
                <c:pt idx="720">
                  <c:v>1241.166667</c:v>
                </c:pt>
              </c:numCache>
            </c:numRef>
          </c:yVal>
        </c:ser>
        <c:ser>
          <c:idx val="1"/>
          <c:order val="1"/>
          <c:tx>
            <c:v>Equal to baseline</c:v>
          </c:tx>
          <c:spPr>
            <a:solidFill>
              <a:srgbClr val="9CAAB0"/>
            </a:solidFill>
            <a:ln w="9525">
              <a:solidFill>
                <a:srgbClr val="8A9AA2"/>
              </a:solidFill>
              <a:prstDash val="dash"/>
            </a:ln>
          </c:spPr>
          <c:marker>
            <c:symbol val="dot"/>
            <c:size val="2"/>
            <c:spPr>
              <a:solidFill>
                <a:srgbClr val="9CAAB0"/>
              </a:solidFill>
              <a:ln>
                <a:noFill/>
              </a:ln>
            </c:spPr>
          </c:marker>
          <c:xVal>
            <c:numRef>
              <c:f>'Chart Data'!$C$2:$C$62</c:f>
              <c:numCache>
                <c:formatCode>General</c:formatCode>
                <c:ptCount val="61"/>
                <c:pt idx="0">
                  <c:v>0</c:v>
                </c:pt>
                <c:pt idx="1">
                  <c:v>250.989375</c:v>
                </c:pt>
                <c:pt idx="2">
                  <c:v>501.97875</c:v>
                </c:pt>
                <c:pt idx="3">
                  <c:v>752.968125</c:v>
                </c:pt>
                <c:pt idx="4">
                  <c:v>1003.9575</c:v>
                </c:pt>
                <c:pt idx="5">
                  <c:v>1254.946875</c:v>
                </c:pt>
                <c:pt idx="6">
                  <c:v>1505.93625</c:v>
                </c:pt>
                <c:pt idx="7">
                  <c:v>1756.925625</c:v>
                </c:pt>
                <c:pt idx="8">
                  <c:v>2007.915</c:v>
                </c:pt>
                <c:pt idx="9">
                  <c:v>2258.904375</c:v>
                </c:pt>
                <c:pt idx="10">
                  <c:v>2509.89375</c:v>
                </c:pt>
                <c:pt idx="11">
                  <c:v>2760.883125</c:v>
                </c:pt>
                <c:pt idx="12">
                  <c:v>3011.8725</c:v>
                </c:pt>
                <c:pt idx="13">
                  <c:v>3262.861875</c:v>
                </c:pt>
                <c:pt idx="14">
                  <c:v>3513.85125</c:v>
                </c:pt>
                <c:pt idx="15">
                  <c:v>3764.840625</c:v>
                </c:pt>
                <c:pt idx="16">
                  <c:v>4015.83</c:v>
                </c:pt>
                <c:pt idx="17">
                  <c:v>4266.819375</c:v>
                </c:pt>
                <c:pt idx="18">
                  <c:v>4517.80875</c:v>
                </c:pt>
                <c:pt idx="19">
                  <c:v>4768.798125</c:v>
                </c:pt>
                <c:pt idx="20">
                  <c:v>5019.7875</c:v>
                </c:pt>
                <c:pt idx="21">
                  <c:v>5270.776875</c:v>
                </c:pt>
                <c:pt idx="22">
                  <c:v>5521.76625</c:v>
                </c:pt>
                <c:pt idx="23">
                  <c:v>5772.755625</c:v>
                </c:pt>
                <c:pt idx="24">
                  <c:v>6023.745</c:v>
                </c:pt>
                <c:pt idx="25">
                  <c:v>6274.734375</c:v>
                </c:pt>
                <c:pt idx="26">
                  <c:v>6525.72375</c:v>
                </c:pt>
                <c:pt idx="27">
                  <c:v>6776.713125</c:v>
                </c:pt>
                <c:pt idx="28">
                  <c:v>7027.7025</c:v>
                </c:pt>
                <c:pt idx="29">
                  <c:v>7278.691875</c:v>
                </c:pt>
                <c:pt idx="30">
                  <c:v>7529.68125</c:v>
                </c:pt>
                <c:pt idx="31">
                  <c:v>7780.670625</c:v>
                </c:pt>
                <c:pt idx="32">
                  <c:v>8031.66</c:v>
                </c:pt>
                <c:pt idx="33">
                  <c:v>8282.649375</c:v>
                </c:pt>
                <c:pt idx="34">
                  <c:v>8533.63875</c:v>
                </c:pt>
                <c:pt idx="35">
                  <c:v>8784.628125</c:v>
                </c:pt>
                <c:pt idx="36">
                  <c:v>9035.6175</c:v>
                </c:pt>
                <c:pt idx="37">
                  <c:v>9286.606875</c:v>
                </c:pt>
                <c:pt idx="38">
                  <c:v>9537.59625</c:v>
                </c:pt>
                <c:pt idx="39">
                  <c:v>9788.585625</c:v>
                </c:pt>
                <c:pt idx="40">
                  <c:v>10039.575</c:v>
                </c:pt>
                <c:pt idx="41">
                  <c:v>10290.56437</c:v>
                </c:pt>
                <c:pt idx="42">
                  <c:v>10541.55375</c:v>
                </c:pt>
                <c:pt idx="43">
                  <c:v>10792.54313</c:v>
                </c:pt>
                <c:pt idx="44">
                  <c:v>11043.5325</c:v>
                </c:pt>
                <c:pt idx="45">
                  <c:v>11294.52188</c:v>
                </c:pt>
                <c:pt idx="46">
                  <c:v>11545.51125</c:v>
                </c:pt>
                <c:pt idx="47">
                  <c:v>11796.50063</c:v>
                </c:pt>
                <c:pt idx="48">
                  <c:v>12047.49</c:v>
                </c:pt>
                <c:pt idx="49">
                  <c:v>12298.47938</c:v>
                </c:pt>
                <c:pt idx="50">
                  <c:v>12549.46875</c:v>
                </c:pt>
                <c:pt idx="51">
                  <c:v>12800.45813</c:v>
                </c:pt>
                <c:pt idx="52">
                  <c:v>13051.4475</c:v>
                </c:pt>
                <c:pt idx="53">
                  <c:v>13302.43688</c:v>
                </c:pt>
                <c:pt idx="54">
                  <c:v>13553.42625</c:v>
                </c:pt>
                <c:pt idx="55">
                  <c:v>13804.41563</c:v>
                </c:pt>
                <c:pt idx="56">
                  <c:v>14055.405</c:v>
                </c:pt>
                <c:pt idx="57">
                  <c:v>14306.39438</c:v>
                </c:pt>
                <c:pt idx="58">
                  <c:v>14557.38375</c:v>
                </c:pt>
                <c:pt idx="59">
                  <c:v>14808.37313</c:v>
                </c:pt>
                <c:pt idx="60">
                  <c:v>15059.3625</c:v>
                </c:pt>
              </c:numCache>
            </c:numRef>
          </c:xVal>
          <c:yVal>
            <c:numRef>
              <c:f>'Chart Data'!$D$2:$D$62</c:f>
              <c:numCache>
                <c:formatCode>#,##0.0</c:formatCode>
                <c:ptCount val="61"/>
                <c:pt idx="0">
                  <c:v>0</c:v>
                </c:pt>
                <c:pt idx="1">
                  <c:v>250.989375</c:v>
                </c:pt>
                <c:pt idx="2">
                  <c:v>501.97875</c:v>
                </c:pt>
                <c:pt idx="3">
                  <c:v>752.968125</c:v>
                </c:pt>
                <c:pt idx="4">
                  <c:v>1003.9575</c:v>
                </c:pt>
                <c:pt idx="5">
                  <c:v>1254.946875</c:v>
                </c:pt>
                <c:pt idx="6">
                  <c:v>1505.93625</c:v>
                </c:pt>
                <c:pt idx="7">
                  <c:v>1756.925625</c:v>
                </c:pt>
                <c:pt idx="8">
                  <c:v>2007.915</c:v>
                </c:pt>
                <c:pt idx="9">
                  <c:v>2258.904375</c:v>
                </c:pt>
                <c:pt idx="10">
                  <c:v>2509.89375</c:v>
                </c:pt>
                <c:pt idx="11">
                  <c:v>2760.883125</c:v>
                </c:pt>
                <c:pt idx="12">
                  <c:v>3011.8725</c:v>
                </c:pt>
                <c:pt idx="13">
                  <c:v>3262.861875</c:v>
                </c:pt>
                <c:pt idx="14">
                  <c:v>3513.85125</c:v>
                </c:pt>
                <c:pt idx="15">
                  <c:v>3764.840625</c:v>
                </c:pt>
                <c:pt idx="16">
                  <c:v>4015.83</c:v>
                </c:pt>
                <c:pt idx="17">
                  <c:v>4266.819375</c:v>
                </c:pt>
                <c:pt idx="18">
                  <c:v>4517.80875</c:v>
                </c:pt>
                <c:pt idx="19">
                  <c:v>4768.798125</c:v>
                </c:pt>
                <c:pt idx="20">
                  <c:v>5019.7875</c:v>
                </c:pt>
                <c:pt idx="21">
                  <c:v>5270.776875</c:v>
                </c:pt>
                <c:pt idx="22">
                  <c:v>5521.76625</c:v>
                </c:pt>
                <c:pt idx="23">
                  <c:v>5772.755625</c:v>
                </c:pt>
                <c:pt idx="24">
                  <c:v>6023.745</c:v>
                </c:pt>
                <c:pt idx="25">
                  <c:v>6274.734375</c:v>
                </c:pt>
                <c:pt idx="26">
                  <c:v>6525.72375</c:v>
                </c:pt>
                <c:pt idx="27">
                  <c:v>6776.713125</c:v>
                </c:pt>
                <c:pt idx="28">
                  <c:v>7027.7025</c:v>
                </c:pt>
                <c:pt idx="29">
                  <c:v>7278.691875</c:v>
                </c:pt>
                <c:pt idx="30">
                  <c:v>7529.68125</c:v>
                </c:pt>
                <c:pt idx="31">
                  <c:v>7780.670625</c:v>
                </c:pt>
                <c:pt idx="32">
                  <c:v>8031.66</c:v>
                </c:pt>
                <c:pt idx="33">
                  <c:v>8282.649375</c:v>
                </c:pt>
                <c:pt idx="34">
                  <c:v>8533.63875</c:v>
                </c:pt>
                <c:pt idx="35">
                  <c:v>8784.628125</c:v>
                </c:pt>
                <c:pt idx="36">
                  <c:v>9035.6175</c:v>
                </c:pt>
                <c:pt idx="37">
                  <c:v>9286.606875</c:v>
                </c:pt>
                <c:pt idx="38">
                  <c:v>9537.59625</c:v>
                </c:pt>
                <c:pt idx="39">
                  <c:v>9788.585625</c:v>
                </c:pt>
                <c:pt idx="40">
                  <c:v>10039.575</c:v>
                </c:pt>
                <c:pt idx="41">
                  <c:v>10290.56437</c:v>
                </c:pt>
                <c:pt idx="42">
                  <c:v>10541.55375</c:v>
                </c:pt>
                <c:pt idx="43">
                  <c:v>10792.54313</c:v>
                </c:pt>
                <c:pt idx="44">
                  <c:v>11043.5325</c:v>
                </c:pt>
                <c:pt idx="45">
                  <c:v>11294.52188</c:v>
                </c:pt>
                <c:pt idx="46">
                  <c:v>11545.51125</c:v>
                </c:pt>
                <c:pt idx="47">
                  <c:v>11796.50063</c:v>
                </c:pt>
                <c:pt idx="48">
                  <c:v>12047.49</c:v>
                </c:pt>
                <c:pt idx="49">
                  <c:v>12298.47938</c:v>
                </c:pt>
                <c:pt idx="50">
                  <c:v>12549.46875</c:v>
                </c:pt>
                <c:pt idx="51">
                  <c:v>12800.45813</c:v>
                </c:pt>
                <c:pt idx="52">
                  <c:v>13051.4475</c:v>
                </c:pt>
                <c:pt idx="53">
                  <c:v>13302.43688</c:v>
                </c:pt>
                <c:pt idx="54">
                  <c:v>13553.42625</c:v>
                </c:pt>
                <c:pt idx="55">
                  <c:v>13804.41563</c:v>
                </c:pt>
                <c:pt idx="56">
                  <c:v>14055.405</c:v>
                </c:pt>
                <c:pt idx="57">
                  <c:v>14306.39438</c:v>
                </c:pt>
                <c:pt idx="58">
                  <c:v>14557.38375</c:v>
                </c:pt>
                <c:pt idx="59">
                  <c:v>14808.37313</c:v>
                </c:pt>
                <c:pt idx="60">
                  <c:v>15059.3625</c:v>
                </c:pt>
              </c:numCache>
            </c:numRef>
          </c:y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5059.362500000001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During: median vehicles/hour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</c:valAx>
      <c:valAx>
        <c:axId val="48650112"/>
        <c:scaling>
          <c:orientation val="minMax"/>
          <c:max val="15059.362500000001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Before: median vehicles/hour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title>
      <c:tx>
        <c:rich>
          <a:bodyPr/>
          <a:lstStyle/>
          <a:p>
            <a:r>
              <a:rPr sz="172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Before vs After</a:t>
            </a:r>
          </a:p>
        </c:rich>
      </c:tx>
      <c:overlay val="0"/>
      <c:txPr>
        <a:bodyPr anchorCtr="1"/>
        <a:lstStyle/>
        <a:p>
          <a:pPr>
            <a:defRPr sz="1725" b="1">
              <a:solidFill>
                <a:srgbClr val="17323B"/>
              </a:solidFill>
              <a:latin typeface="Tahoma"/>
              <a:ea typeface="Tahoma"/>
              <a:cs typeface="Tahoma"/>
            </a:defRPr>
          </a:pPr>
        </a:p>
      </c:txPr>
    </c:title>
    <c:plotArea>
      <c:scatterChart>
        <c:scatterStyle val="marker"/>
        <c:ser>
          <c:idx val="0"/>
          <c:order val="0"/>
          <c:tx>
            <c:v>After / n=721</c:v>
          </c:tx>
          <c:spPr>
            <a:solidFill>
              <a:srgbClr val="178778"/>
            </a:solidFill>
            <a:ln w="0">
              <a:noFill/>
            </a:ln>
          </c:spPr>
          <c:marker>
            <c:symbol val="circle"/>
            <c:size val="4"/>
            <c:spPr>
              <a:solidFill>
                <a:srgbClr val="178778"/>
              </a:solidFill>
              <a:ln>
                <a:noFill/>
              </a:ln>
            </c:spPr>
          </c:marker>
          <c:xVal>
            <c:numRef>
              <c:f>'Chart Data'!$A$2:$A$722</c:f>
              <c:numCache>
                <c:formatCode>General</c:formatCode>
                <c:ptCount val="721"/>
                <c:pt idx="0">
                  <c:v>2896</c:v>
                </c:pt>
                <c:pt idx="1">
                  <c:v>3107.857143</c:v>
                </c:pt>
                <c:pt idx="2">
                  <c:v>2758</c:v>
                </c:pt>
                <c:pt idx="3">
                  <c:v>1110</c:v>
                </c:pt>
                <c:pt idx="4">
                  <c:v>931.4285714</c:v>
                </c:pt>
                <c:pt idx="5">
                  <c:v>850.6666667</c:v>
                </c:pt>
                <c:pt idx="6">
                  <c:v>1359</c:v>
                </c:pt>
                <c:pt idx="7">
                  <c:v>1389</c:v>
                </c:pt>
                <c:pt idx="8">
                  <c:v>1483.666667</c:v>
                </c:pt>
                <c:pt idx="9">
                  <c:v>5355</c:v>
                </c:pt>
                <c:pt idx="10">
                  <c:v>5074.714286</c:v>
                </c:pt>
                <c:pt idx="11">
                  <c:v>4985.333333</c:v>
                </c:pt>
                <c:pt idx="12">
                  <c:v>833</c:v>
                </c:pt>
                <c:pt idx="13">
                  <c:v>493.5714286</c:v>
                </c:pt>
                <c:pt idx="14">
                  <c:v>391.3333333</c:v>
                </c:pt>
                <c:pt idx="15">
                  <c:v>1912.5</c:v>
                </c:pt>
                <c:pt idx="16">
                  <c:v>1584.857143</c:v>
                </c:pt>
                <c:pt idx="17">
                  <c:v>1349</c:v>
                </c:pt>
                <c:pt idx="18">
                  <c:v>2399.25</c:v>
                </c:pt>
                <c:pt idx="19">
                  <c:v>2132.714286</c:v>
                </c:pt>
                <c:pt idx="20">
                  <c:v>2084.333333</c:v>
                </c:pt>
                <c:pt idx="21">
                  <c:v>1878.75</c:v>
                </c:pt>
                <c:pt idx="22">
                  <c:v>1647.714286</c:v>
                </c:pt>
                <c:pt idx="23">
                  <c:v>1041.25</c:v>
                </c:pt>
                <c:pt idx="24">
                  <c:v>1691.5</c:v>
                </c:pt>
                <c:pt idx="25">
                  <c:v>1628.928571</c:v>
                </c:pt>
                <c:pt idx="26">
                  <c:v>1266.5</c:v>
                </c:pt>
                <c:pt idx="27">
                  <c:v>407.5</c:v>
                </c:pt>
                <c:pt idx="28">
                  <c:v>7820</c:v>
                </c:pt>
                <c:pt idx="29">
                  <c:v>806</c:v>
                </c:pt>
                <c:pt idx="30">
                  <c:v>707.7142857</c:v>
                </c:pt>
                <c:pt idx="31">
                  <c:v>592.6666667</c:v>
                </c:pt>
                <c:pt idx="32">
                  <c:v>590</c:v>
                </c:pt>
                <c:pt idx="33">
                  <c:v>734.8571429</c:v>
                </c:pt>
                <c:pt idx="34">
                  <c:v>589.6666667</c:v>
                </c:pt>
                <c:pt idx="35">
                  <c:v>951</c:v>
                </c:pt>
                <c:pt idx="36">
                  <c:v>952.8571429</c:v>
                </c:pt>
                <c:pt idx="37">
                  <c:v>1123</c:v>
                </c:pt>
                <c:pt idx="38">
                  <c:v>3386.25</c:v>
                </c:pt>
                <c:pt idx="39">
                  <c:v>3772</c:v>
                </c:pt>
                <c:pt idx="40">
                  <c:v>982</c:v>
                </c:pt>
                <c:pt idx="41">
                  <c:v>578.7142857</c:v>
                </c:pt>
                <c:pt idx="42">
                  <c:v>1049.5</c:v>
                </c:pt>
                <c:pt idx="43">
                  <c:v>1320.928571</c:v>
                </c:pt>
                <c:pt idx="44">
                  <c:v>1393.833333</c:v>
                </c:pt>
                <c:pt idx="45">
                  <c:v>3805.25</c:v>
                </c:pt>
                <c:pt idx="46">
                  <c:v>4376.357143</c:v>
                </c:pt>
                <c:pt idx="47">
                  <c:v>3675.166667</c:v>
                </c:pt>
                <c:pt idx="48">
                  <c:v>1719</c:v>
                </c:pt>
                <c:pt idx="49">
                  <c:v>1661.857143</c:v>
                </c:pt>
                <c:pt idx="50">
                  <c:v>1456</c:v>
                </c:pt>
                <c:pt idx="51">
                  <c:v>761</c:v>
                </c:pt>
                <c:pt idx="52">
                  <c:v>646.4285714</c:v>
                </c:pt>
                <c:pt idx="53">
                  <c:v>632</c:v>
                </c:pt>
                <c:pt idx="54">
                  <c:v>3220.5</c:v>
                </c:pt>
                <c:pt idx="55">
                  <c:v>2633.428571</c:v>
                </c:pt>
                <c:pt idx="56">
                  <c:v>2172.833333</c:v>
                </c:pt>
                <c:pt idx="57">
                  <c:v>1049.5</c:v>
                </c:pt>
                <c:pt idx="58">
                  <c:v>1050.857143</c:v>
                </c:pt>
                <c:pt idx="59">
                  <c:v>1003.666667</c:v>
                </c:pt>
                <c:pt idx="60">
                  <c:v>1238.75</c:v>
                </c:pt>
                <c:pt idx="61">
                  <c:v>1063.071429</c:v>
                </c:pt>
                <c:pt idx="62">
                  <c:v>1265.833333</c:v>
                </c:pt>
                <c:pt idx="63">
                  <c:v>2705</c:v>
                </c:pt>
                <c:pt idx="64">
                  <c:v>2828.571429</c:v>
                </c:pt>
                <c:pt idx="65">
                  <c:v>3641.666667</c:v>
                </c:pt>
                <c:pt idx="66">
                  <c:v>1876.75</c:v>
                </c:pt>
                <c:pt idx="67">
                  <c:v>4170.75</c:v>
                </c:pt>
                <c:pt idx="68">
                  <c:v>2316</c:v>
                </c:pt>
                <c:pt idx="69">
                  <c:v>2380.285714</c:v>
                </c:pt>
                <c:pt idx="70">
                  <c:v>2509.333333</c:v>
                </c:pt>
                <c:pt idx="71">
                  <c:v>1587</c:v>
                </c:pt>
                <c:pt idx="72">
                  <c:v>1304.285714</c:v>
                </c:pt>
                <c:pt idx="73">
                  <c:v>1811.666667</c:v>
                </c:pt>
                <c:pt idx="74">
                  <c:v>1887.5</c:v>
                </c:pt>
                <c:pt idx="75">
                  <c:v>1969.357143</c:v>
                </c:pt>
                <c:pt idx="76">
                  <c:v>2466.666667</c:v>
                </c:pt>
                <c:pt idx="77">
                  <c:v>1106.5</c:v>
                </c:pt>
                <c:pt idx="78">
                  <c:v>957.2857143</c:v>
                </c:pt>
                <c:pt idx="79">
                  <c:v>891</c:v>
                </c:pt>
                <c:pt idx="80">
                  <c:v>5152.5</c:v>
                </c:pt>
                <c:pt idx="81">
                  <c:v>4854.142857</c:v>
                </c:pt>
                <c:pt idx="82">
                  <c:v>5199.666667</c:v>
                </c:pt>
                <c:pt idx="83">
                  <c:v>1492.5</c:v>
                </c:pt>
                <c:pt idx="84">
                  <c:v>1651.5</c:v>
                </c:pt>
                <c:pt idx="85">
                  <c:v>6143</c:v>
                </c:pt>
                <c:pt idx="86">
                  <c:v>2124.5</c:v>
                </c:pt>
                <c:pt idx="87">
                  <c:v>4644</c:v>
                </c:pt>
                <c:pt idx="88">
                  <c:v>1933.5</c:v>
                </c:pt>
                <c:pt idx="89">
                  <c:v>1748.5</c:v>
                </c:pt>
                <c:pt idx="90">
                  <c:v>748</c:v>
                </c:pt>
                <c:pt idx="91">
                  <c:v>2518</c:v>
                </c:pt>
                <c:pt idx="92">
                  <c:v>2991.5</c:v>
                </c:pt>
                <c:pt idx="93">
                  <c:v>236</c:v>
                </c:pt>
                <c:pt idx="94">
                  <c:v>320</c:v>
                </c:pt>
                <c:pt idx="95">
                  <c:v>1303</c:v>
                </c:pt>
                <c:pt idx="96">
                  <c:v>2667.25</c:v>
                </c:pt>
                <c:pt idx="97">
                  <c:v>2968.25</c:v>
                </c:pt>
                <c:pt idx="98">
                  <c:v>5044.75</c:v>
                </c:pt>
                <c:pt idx="99">
                  <c:v>3651.75</c:v>
                </c:pt>
                <c:pt idx="100">
                  <c:v>1173.5</c:v>
                </c:pt>
                <c:pt idx="101">
                  <c:v>1808.75</c:v>
                </c:pt>
                <c:pt idx="102">
                  <c:v>1793.571429</c:v>
                </c:pt>
                <c:pt idx="103">
                  <c:v>1791</c:v>
                </c:pt>
                <c:pt idx="104">
                  <c:v>339.5</c:v>
                </c:pt>
                <c:pt idx="105">
                  <c:v>1609</c:v>
                </c:pt>
                <c:pt idx="106">
                  <c:v>2624.5</c:v>
                </c:pt>
                <c:pt idx="107">
                  <c:v>701.25</c:v>
                </c:pt>
                <c:pt idx="108">
                  <c:v>687.7857143</c:v>
                </c:pt>
                <c:pt idx="109">
                  <c:v>644.5</c:v>
                </c:pt>
                <c:pt idx="110">
                  <c:v>1447.75</c:v>
                </c:pt>
                <c:pt idx="111">
                  <c:v>1451.5</c:v>
                </c:pt>
                <c:pt idx="112">
                  <c:v>1465</c:v>
                </c:pt>
                <c:pt idx="113">
                  <c:v>3955.5</c:v>
                </c:pt>
                <c:pt idx="114">
                  <c:v>2063.75</c:v>
                </c:pt>
                <c:pt idx="115">
                  <c:v>1777.642857</c:v>
                </c:pt>
                <c:pt idx="116">
                  <c:v>1549.666667</c:v>
                </c:pt>
                <c:pt idx="117">
                  <c:v>2517</c:v>
                </c:pt>
                <c:pt idx="118">
                  <c:v>1139</c:v>
                </c:pt>
                <c:pt idx="119">
                  <c:v>1300</c:v>
                </c:pt>
                <c:pt idx="120">
                  <c:v>352</c:v>
                </c:pt>
                <c:pt idx="121">
                  <c:v>6363.142857</c:v>
                </c:pt>
                <c:pt idx="122">
                  <c:v>2745.285714</c:v>
                </c:pt>
                <c:pt idx="123">
                  <c:v>3352</c:v>
                </c:pt>
                <c:pt idx="124">
                  <c:v>2313.142857</c:v>
                </c:pt>
                <c:pt idx="125">
                  <c:v>2384</c:v>
                </c:pt>
                <c:pt idx="126">
                  <c:v>2684</c:v>
                </c:pt>
                <c:pt idx="127">
                  <c:v>759.5</c:v>
                </c:pt>
                <c:pt idx="128">
                  <c:v>1437.5</c:v>
                </c:pt>
                <c:pt idx="129">
                  <c:v>2345</c:v>
                </c:pt>
                <c:pt idx="130">
                  <c:v>3533</c:v>
                </c:pt>
                <c:pt idx="131">
                  <c:v>1677</c:v>
                </c:pt>
                <c:pt idx="132">
                  <c:v>2400.285714</c:v>
                </c:pt>
                <c:pt idx="133">
                  <c:v>2285.333333</c:v>
                </c:pt>
                <c:pt idx="134">
                  <c:v>1460.5</c:v>
                </c:pt>
                <c:pt idx="135">
                  <c:v>1176.428571</c:v>
                </c:pt>
                <c:pt idx="136">
                  <c:v>1145.666667</c:v>
                </c:pt>
                <c:pt idx="137">
                  <c:v>457.5</c:v>
                </c:pt>
                <c:pt idx="138">
                  <c:v>435.1428571</c:v>
                </c:pt>
                <c:pt idx="139">
                  <c:v>410.6666667</c:v>
                </c:pt>
                <c:pt idx="140">
                  <c:v>207</c:v>
                </c:pt>
                <c:pt idx="141">
                  <c:v>40</c:v>
                </c:pt>
                <c:pt idx="142">
                  <c:v>157.3333333</c:v>
                </c:pt>
                <c:pt idx="143">
                  <c:v>472</c:v>
                </c:pt>
                <c:pt idx="144">
                  <c:v>885</c:v>
                </c:pt>
                <c:pt idx="145">
                  <c:v>1286.5</c:v>
                </c:pt>
                <c:pt idx="146">
                  <c:v>2100.5</c:v>
                </c:pt>
                <c:pt idx="147">
                  <c:v>692</c:v>
                </c:pt>
                <c:pt idx="148">
                  <c:v>1443.285714</c:v>
                </c:pt>
                <c:pt idx="149">
                  <c:v>2651</c:v>
                </c:pt>
                <c:pt idx="150">
                  <c:v>544</c:v>
                </c:pt>
                <c:pt idx="151">
                  <c:v>3532.5</c:v>
                </c:pt>
                <c:pt idx="152">
                  <c:v>1093.5</c:v>
                </c:pt>
                <c:pt idx="153">
                  <c:v>923.1428571</c:v>
                </c:pt>
                <c:pt idx="154">
                  <c:v>979.3333333</c:v>
                </c:pt>
                <c:pt idx="155">
                  <c:v>4133.5</c:v>
                </c:pt>
                <c:pt idx="156">
                  <c:v>3588.571429</c:v>
                </c:pt>
                <c:pt idx="157">
                  <c:v>3557</c:v>
                </c:pt>
                <c:pt idx="158">
                  <c:v>3447.5</c:v>
                </c:pt>
                <c:pt idx="159">
                  <c:v>1919.5</c:v>
                </c:pt>
                <c:pt idx="160">
                  <c:v>3009.25</c:v>
                </c:pt>
                <c:pt idx="161">
                  <c:v>1327.75</c:v>
                </c:pt>
                <c:pt idx="162">
                  <c:v>1399.428571</c:v>
                </c:pt>
                <c:pt idx="163">
                  <c:v>1946</c:v>
                </c:pt>
                <c:pt idx="164">
                  <c:v>733</c:v>
                </c:pt>
                <c:pt idx="165">
                  <c:v>570.3571429</c:v>
                </c:pt>
                <c:pt idx="166">
                  <c:v>455.5</c:v>
                </c:pt>
                <c:pt idx="167">
                  <c:v>1967.75</c:v>
                </c:pt>
                <c:pt idx="168">
                  <c:v>1289.857143</c:v>
                </c:pt>
                <c:pt idx="169">
                  <c:v>687.5</c:v>
                </c:pt>
                <c:pt idx="170">
                  <c:v>676</c:v>
                </c:pt>
                <c:pt idx="171">
                  <c:v>492.4285714</c:v>
                </c:pt>
                <c:pt idx="172">
                  <c:v>514</c:v>
                </c:pt>
                <c:pt idx="173">
                  <c:v>1483.5</c:v>
                </c:pt>
                <c:pt idx="174">
                  <c:v>1395.714286</c:v>
                </c:pt>
                <c:pt idx="175">
                  <c:v>1323.333333</c:v>
                </c:pt>
                <c:pt idx="176">
                  <c:v>924</c:v>
                </c:pt>
                <c:pt idx="177">
                  <c:v>1247.714286</c:v>
                </c:pt>
                <c:pt idx="178">
                  <c:v>1188.666667</c:v>
                </c:pt>
                <c:pt idx="179">
                  <c:v>369.5</c:v>
                </c:pt>
                <c:pt idx="180">
                  <c:v>396.4285714</c:v>
                </c:pt>
                <c:pt idx="181">
                  <c:v>540</c:v>
                </c:pt>
                <c:pt idx="182">
                  <c:v>4824</c:v>
                </c:pt>
                <c:pt idx="183">
                  <c:v>4273.714286</c:v>
                </c:pt>
                <c:pt idx="184">
                  <c:v>5081.333333</c:v>
                </c:pt>
                <c:pt idx="185">
                  <c:v>3176</c:v>
                </c:pt>
                <c:pt idx="186">
                  <c:v>461</c:v>
                </c:pt>
                <c:pt idx="187">
                  <c:v>2660</c:v>
                </c:pt>
                <c:pt idx="188">
                  <c:v>3265</c:v>
                </c:pt>
                <c:pt idx="189">
                  <c:v>5042.857143</c:v>
                </c:pt>
                <c:pt idx="190">
                  <c:v>1099.571429</c:v>
                </c:pt>
                <c:pt idx="191">
                  <c:v>3154.25</c:v>
                </c:pt>
                <c:pt idx="192">
                  <c:v>2670.25</c:v>
                </c:pt>
                <c:pt idx="193">
                  <c:v>1878.5</c:v>
                </c:pt>
                <c:pt idx="194">
                  <c:v>2394</c:v>
                </c:pt>
                <c:pt idx="195">
                  <c:v>1321</c:v>
                </c:pt>
                <c:pt idx="196">
                  <c:v>4766</c:v>
                </c:pt>
                <c:pt idx="197">
                  <c:v>1806.5</c:v>
                </c:pt>
                <c:pt idx="198">
                  <c:v>656.5</c:v>
                </c:pt>
                <c:pt idx="199">
                  <c:v>1980.5</c:v>
                </c:pt>
                <c:pt idx="200">
                  <c:v>1096.5</c:v>
                </c:pt>
                <c:pt idx="201">
                  <c:v>1541.5</c:v>
                </c:pt>
                <c:pt idx="202">
                  <c:v>1366.428571</c:v>
                </c:pt>
                <c:pt idx="203">
                  <c:v>1346.666667</c:v>
                </c:pt>
                <c:pt idx="204">
                  <c:v>4446</c:v>
                </c:pt>
                <c:pt idx="205">
                  <c:v>2391.857143</c:v>
                </c:pt>
                <c:pt idx="206">
                  <c:v>5184.333333</c:v>
                </c:pt>
                <c:pt idx="207">
                  <c:v>1022</c:v>
                </c:pt>
                <c:pt idx="208">
                  <c:v>1313.714286</c:v>
                </c:pt>
                <c:pt idx="209">
                  <c:v>1384.666667</c:v>
                </c:pt>
                <c:pt idx="210">
                  <c:v>2123.142857</c:v>
                </c:pt>
                <c:pt idx="211">
                  <c:v>2242.333333</c:v>
                </c:pt>
                <c:pt idx="212">
                  <c:v>704</c:v>
                </c:pt>
                <c:pt idx="213">
                  <c:v>695.8571429</c:v>
                </c:pt>
                <c:pt idx="214">
                  <c:v>692</c:v>
                </c:pt>
                <c:pt idx="215">
                  <c:v>791</c:v>
                </c:pt>
                <c:pt idx="216">
                  <c:v>261.5</c:v>
                </c:pt>
                <c:pt idx="217">
                  <c:v>2075</c:v>
                </c:pt>
                <c:pt idx="218">
                  <c:v>3246</c:v>
                </c:pt>
                <c:pt idx="219">
                  <c:v>2157</c:v>
                </c:pt>
                <c:pt idx="220">
                  <c:v>1870.142857</c:v>
                </c:pt>
                <c:pt idx="221">
                  <c:v>1892</c:v>
                </c:pt>
                <c:pt idx="222">
                  <c:v>928</c:v>
                </c:pt>
                <c:pt idx="223">
                  <c:v>150.4285714</c:v>
                </c:pt>
                <c:pt idx="224">
                  <c:v>84.33333333</c:v>
                </c:pt>
                <c:pt idx="225">
                  <c:v>3247</c:v>
                </c:pt>
                <c:pt idx="226">
                  <c:v>2928.714286</c:v>
                </c:pt>
                <c:pt idx="227">
                  <c:v>2710.333333</c:v>
                </c:pt>
                <c:pt idx="228">
                  <c:v>4556.857143</c:v>
                </c:pt>
                <c:pt idx="229">
                  <c:v>7003.75</c:v>
                </c:pt>
                <c:pt idx="230">
                  <c:v>5857.5</c:v>
                </c:pt>
                <c:pt idx="231">
                  <c:v>8399</c:v>
                </c:pt>
                <c:pt idx="232">
                  <c:v>2109</c:v>
                </c:pt>
                <c:pt idx="233">
                  <c:v>1259</c:v>
                </c:pt>
                <c:pt idx="234">
                  <c:v>6329</c:v>
                </c:pt>
                <c:pt idx="235">
                  <c:v>5221.285714</c:v>
                </c:pt>
                <c:pt idx="236">
                  <c:v>4467.666667</c:v>
                </c:pt>
                <c:pt idx="237">
                  <c:v>1737</c:v>
                </c:pt>
                <c:pt idx="238">
                  <c:v>1904.142857</c:v>
                </c:pt>
                <c:pt idx="239">
                  <c:v>1996.333333</c:v>
                </c:pt>
                <c:pt idx="240">
                  <c:v>680.1428571</c:v>
                </c:pt>
                <c:pt idx="241">
                  <c:v>964</c:v>
                </c:pt>
                <c:pt idx="242">
                  <c:v>980.7142857</c:v>
                </c:pt>
                <c:pt idx="243">
                  <c:v>1188</c:v>
                </c:pt>
                <c:pt idx="244">
                  <c:v>3577.142857</c:v>
                </c:pt>
                <c:pt idx="245">
                  <c:v>2663</c:v>
                </c:pt>
                <c:pt idx="246">
                  <c:v>2342.571429</c:v>
                </c:pt>
                <c:pt idx="247">
                  <c:v>2150.333333</c:v>
                </c:pt>
                <c:pt idx="248">
                  <c:v>749.5</c:v>
                </c:pt>
                <c:pt idx="249">
                  <c:v>816.8571429</c:v>
                </c:pt>
                <c:pt idx="250">
                  <c:v>914</c:v>
                </c:pt>
                <c:pt idx="251">
                  <c:v>551</c:v>
                </c:pt>
                <c:pt idx="252">
                  <c:v>3385</c:v>
                </c:pt>
                <c:pt idx="253">
                  <c:v>8781</c:v>
                </c:pt>
                <c:pt idx="254">
                  <c:v>2541.5</c:v>
                </c:pt>
                <c:pt idx="255">
                  <c:v>3252.5</c:v>
                </c:pt>
                <c:pt idx="256">
                  <c:v>5938</c:v>
                </c:pt>
                <c:pt idx="257">
                  <c:v>2119.25</c:v>
                </c:pt>
                <c:pt idx="258">
                  <c:v>3268.5</c:v>
                </c:pt>
                <c:pt idx="259">
                  <c:v>2929.5</c:v>
                </c:pt>
                <c:pt idx="260">
                  <c:v>571.5</c:v>
                </c:pt>
                <c:pt idx="261">
                  <c:v>4620</c:v>
                </c:pt>
                <c:pt idx="262">
                  <c:v>5633.5</c:v>
                </c:pt>
                <c:pt idx="263">
                  <c:v>3349.75</c:v>
                </c:pt>
                <c:pt idx="264">
                  <c:v>2766.642857</c:v>
                </c:pt>
                <c:pt idx="265">
                  <c:v>2899.5</c:v>
                </c:pt>
                <c:pt idx="266">
                  <c:v>459.75</c:v>
                </c:pt>
                <c:pt idx="267">
                  <c:v>419.6428571</c:v>
                </c:pt>
                <c:pt idx="268">
                  <c:v>527.3333333</c:v>
                </c:pt>
                <c:pt idx="269">
                  <c:v>2908</c:v>
                </c:pt>
                <c:pt idx="270">
                  <c:v>4469</c:v>
                </c:pt>
                <c:pt idx="271">
                  <c:v>2728.571429</c:v>
                </c:pt>
                <c:pt idx="272">
                  <c:v>3581.666667</c:v>
                </c:pt>
                <c:pt idx="273">
                  <c:v>5145.75</c:v>
                </c:pt>
                <c:pt idx="274">
                  <c:v>4505.5</c:v>
                </c:pt>
                <c:pt idx="275">
                  <c:v>4322.833333</c:v>
                </c:pt>
                <c:pt idx="276">
                  <c:v>2251</c:v>
                </c:pt>
                <c:pt idx="277">
                  <c:v>1033</c:v>
                </c:pt>
                <c:pt idx="278">
                  <c:v>2019</c:v>
                </c:pt>
                <c:pt idx="279">
                  <c:v>1727</c:v>
                </c:pt>
                <c:pt idx="280">
                  <c:v>3219</c:v>
                </c:pt>
                <c:pt idx="281">
                  <c:v>4027</c:v>
                </c:pt>
                <c:pt idx="282">
                  <c:v>1758</c:v>
                </c:pt>
                <c:pt idx="283">
                  <c:v>2498.5</c:v>
                </c:pt>
                <c:pt idx="284">
                  <c:v>833.75</c:v>
                </c:pt>
                <c:pt idx="285">
                  <c:v>937.2142857</c:v>
                </c:pt>
                <c:pt idx="286">
                  <c:v>867</c:v>
                </c:pt>
                <c:pt idx="287">
                  <c:v>7120.75</c:v>
                </c:pt>
                <c:pt idx="288">
                  <c:v>6546</c:v>
                </c:pt>
                <c:pt idx="289">
                  <c:v>6953.166667</c:v>
                </c:pt>
                <c:pt idx="290">
                  <c:v>1123.5</c:v>
                </c:pt>
                <c:pt idx="291">
                  <c:v>4033</c:v>
                </c:pt>
                <c:pt idx="292">
                  <c:v>1068</c:v>
                </c:pt>
                <c:pt idx="293">
                  <c:v>1118</c:v>
                </c:pt>
                <c:pt idx="294">
                  <c:v>1101.666667</c:v>
                </c:pt>
                <c:pt idx="295">
                  <c:v>737</c:v>
                </c:pt>
                <c:pt idx="296">
                  <c:v>4195</c:v>
                </c:pt>
                <c:pt idx="297">
                  <c:v>182.2857143</c:v>
                </c:pt>
                <c:pt idx="298">
                  <c:v>1088.714286</c:v>
                </c:pt>
                <c:pt idx="299">
                  <c:v>1360.75</c:v>
                </c:pt>
                <c:pt idx="300">
                  <c:v>781.3571429</c:v>
                </c:pt>
                <c:pt idx="301">
                  <c:v>758.8333333</c:v>
                </c:pt>
                <c:pt idx="302">
                  <c:v>984.75</c:v>
                </c:pt>
                <c:pt idx="303">
                  <c:v>612.2857143</c:v>
                </c:pt>
                <c:pt idx="304">
                  <c:v>572.3333333</c:v>
                </c:pt>
                <c:pt idx="305">
                  <c:v>919.5</c:v>
                </c:pt>
                <c:pt idx="306">
                  <c:v>913.4285714</c:v>
                </c:pt>
                <c:pt idx="307">
                  <c:v>1056.333333</c:v>
                </c:pt>
                <c:pt idx="308">
                  <c:v>879.5</c:v>
                </c:pt>
                <c:pt idx="309">
                  <c:v>3704</c:v>
                </c:pt>
                <c:pt idx="310">
                  <c:v>3176.142857</c:v>
                </c:pt>
                <c:pt idx="311">
                  <c:v>3386.666667</c:v>
                </c:pt>
                <c:pt idx="312">
                  <c:v>954.2857143</c:v>
                </c:pt>
                <c:pt idx="313">
                  <c:v>98.71428571</c:v>
                </c:pt>
                <c:pt idx="314">
                  <c:v>3062</c:v>
                </c:pt>
                <c:pt idx="315">
                  <c:v>2620.571429</c:v>
                </c:pt>
                <c:pt idx="316">
                  <c:v>2091.666667</c:v>
                </c:pt>
                <c:pt idx="317">
                  <c:v>419</c:v>
                </c:pt>
                <c:pt idx="318">
                  <c:v>8736</c:v>
                </c:pt>
                <c:pt idx="319">
                  <c:v>7788.857143</c:v>
                </c:pt>
                <c:pt idx="320">
                  <c:v>6538.333333</c:v>
                </c:pt>
                <c:pt idx="321">
                  <c:v>2505.5</c:v>
                </c:pt>
                <c:pt idx="322">
                  <c:v>2184.571429</c:v>
                </c:pt>
                <c:pt idx="323">
                  <c:v>2216.333333</c:v>
                </c:pt>
                <c:pt idx="324">
                  <c:v>2356.5</c:v>
                </c:pt>
                <c:pt idx="325">
                  <c:v>857.75</c:v>
                </c:pt>
                <c:pt idx="326">
                  <c:v>289.1428571</c:v>
                </c:pt>
                <c:pt idx="327">
                  <c:v>1940.285714</c:v>
                </c:pt>
                <c:pt idx="328">
                  <c:v>2408.5</c:v>
                </c:pt>
                <c:pt idx="329">
                  <c:v>2619.714286</c:v>
                </c:pt>
                <c:pt idx="330">
                  <c:v>2400.166667</c:v>
                </c:pt>
                <c:pt idx="331">
                  <c:v>518</c:v>
                </c:pt>
                <c:pt idx="332">
                  <c:v>1333</c:v>
                </c:pt>
                <c:pt idx="333">
                  <c:v>875.5</c:v>
                </c:pt>
                <c:pt idx="334">
                  <c:v>1543</c:v>
                </c:pt>
                <c:pt idx="335">
                  <c:v>1470.5</c:v>
                </c:pt>
                <c:pt idx="336">
                  <c:v>1007.285714</c:v>
                </c:pt>
                <c:pt idx="337">
                  <c:v>968</c:v>
                </c:pt>
                <c:pt idx="338">
                  <c:v>962.5</c:v>
                </c:pt>
                <c:pt idx="339">
                  <c:v>1309.285714</c:v>
                </c:pt>
                <c:pt idx="340">
                  <c:v>701.3333333</c:v>
                </c:pt>
                <c:pt idx="341">
                  <c:v>4515.5</c:v>
                </c:pt>
                <c:pt idx="342">
                  <c:v>4374.5</c:v>
                </c:pt>
                <c:pt idx="343">
                  <c:v>7679</c:v>
                </c:pt>
                <c:pt idx="344">
                  <c:v>7184.571429</c:v>
                </c:pt>
                <c:pt idx="345">
                  <c:v>7051.666667</c:v>
                </c:pt>
                <c:pt idx="346">
                  <c:v>3827.5</c:v>
                </c:pt>
                <c:pt idx="347">
                  <c:v>3351.571429</c:v>
                </c:pt>
                <c:pt idx="348">
                  <c:v>3395.333333</c:v>
                </c:pt>
                <c:pt idx="349">
                  <c:v>2460.5</c:v>
                </c:pt>
                <c:pt idx="350">
                  <c:v>2294.428571</c:v>
                </c:pt>
                <c:pt idx="351">
                  <c:v>2800.666667</c:v>
                </c:pt>
                <c:pt idx="352">
                  <c:v>819</c:v>
                </c:pt>
                <c:pt idx="353">
                  <c:v>3711.75</c:v>
                </c:pt>
                <c:pt idx="354">
                  <c:v>733</c:v>
                </c:pt>
                <c:pt idx="355">
                  <c:v>4140.5</c:v>
                </c:pt>
                <c:pt idx="356">
                  <c:v>4300</c:v>
                </c:pt>
                <c:pt idx="357">
                  <c:v>6797</c:v>
                </c:pt>
                <c:pt idx="358">
                  <c:v>5125.428571</c:v>
                </c:pt>
                <c:pt idx="359">
                  <c:v>9006.333333</c:v>
                </c:pt>
                <c:pt idx="360">
                  <c:v>511</c:v>
                </c:pt>
                <c:pt idx="361">
                  <c:v>418</c:v>
                </c:pt>
                <c:pt idx="362">
                  <c:v>355.3333333</c:v>
                </c:pt>
                <c:pt idx="363">
                  <c:v>3226.5</c:v>
                </c:pt>
                <c:pt idx="364">
                  <c:v>2719</c:v>
                </c:pt>
                <c:pt idx="365">
                  <c:v>1851.5</c:v>
                </c:pt>
                <c:pt idx="366">
                  <c:v>4619.5</c:v>
                </c:pt>
                <c:pt idx="367">
                  <c:v>2417</c:v>
                </c:pt>
                <c:pt idx="368">
                  <c:v>4706.5</c:v>
                </c:pt>
                <c:pt idx="369">
                  <c:v>5343.5</c:v>
                </c:pt>
                <c:pt idx="370">
                  <c:v>2984</c:v>
                </c:pt>
                <c:pt idx="371">
                  <c:v>804.5</c:v>
                </c:pt>
                <c:pt idx="372">
                  <c:v>1205</c:v>
                </c:pt>
                <c:pt idx="373">
                  <c:v>1148</c:v>
                </c:pt>
                <c:pt idx="374">
                  <c:v>1206.5</c:v>
                </c:pt>
                <c:pt idx="375">
                  <c:v>946.5</c:v>
                </c:pt>
                <c:pt idx="376">
                  <c:v>862.5714286</c:v>
                </c:pt>
                <c:pt idx="377">
                  <c:v>705.6666667</c:v>
                </c:pt>
                <c:pt idx="378">
                  <c:v>1759</c:v>
                </c:pt>
                <c:pt idx="379">
                  <c:v>1750.571429</c:v>
                </c:pt>
                <c:pt idx="380">
                  <c:v>1411</c:v>
                </c:pt>
                <c:pt idx="381">
                  <c:v>2077</c:v>
                </c:pt>
                <c:pt idx="382">
                  <c:v>6366</c:v>
                </c:pt>
                <c:pt idx="383">
                  <c:v>5614.285714</c:v>
                </c:pt>
                <c:pt idx="384">
                  <c:v>5588.333333</c:v>
                </c:pt>
                <c:pt idx="385">
                  <c:v>675.75</c:v>
                </c:pt>
                <c:pt idx="386">
                  <c:v>2328.75</c:v>
                </c:pt>
                <c:pt idx="387">
                  <c:v>2607</c:v>
                </c:pt>
                <c:pt idx="388">
                  <c:v>2755</c:v>
                </c:pt>
                <c:pt idx="389">
                  <c:v>2305.666667</c:v>
                </c:pt>
                <c:pt idx="390">
                  <c:v>8063.5</c:v>
                </c:pt>
                <c:pt idx="391">
                  <c:v>7490</c:v>
                </c:pt>
                <c:pt idx="392">
                  <c:v>6662.333333</c:v>
                </c:pt>
                <c:pt idx="393">
                  <c:v>1670.5</c:v>
                </c:pt>
                <c:pt idx="394">
                  <c:v>1779.571429</c:v>
                </c:pt>
                <c:pt idx="395">
                  <c:v>1713.666667</c:v>
                </c:pt>
                <c:pt idx="396">
                  <c:v>2081</c:v>
                </c:pt>
                <c:pt idx="397">
                  <c:v>2204.285714</c:v>
                </c:pt>
                <c:pt idx="398">
                  <c:v>2425.333333</c:v>
                </c:pt>
                <c:pt idx="399">
                  <c:v>2203.5</c:v>
                </c:pt>
                <c:pt idx="400">
                  <c:v>2645</c:v>
                </c:pt>
                <c:pt idx="401">
                  <c:v>1122</c:v>
                </c:pt>
                <c:pt idx="402">
                  <c:v>4115.5</c:v>
                </c:pt>
                <c:pt idx="403">
                  <c:v>10</c:v>
                </c:pt>
                <c:pt idx="404">
                  <c:v>689</c:v>
                </c:pt>
                <c:pt idx="405">
                  <c:v>784.5</c:v>
                </c:pt>
                <c:pt idx="406">
                  <c:v>628.5</c:v>
                </c:pt>
                <c:pt idx="407">
                  <c:v>493.9285714</c:v>
                </c:pt>
                <c:pt idx="408">
                  <c:v>405.8333333</c:v>
                </c:pt>
                <c:pt idx="409">
                  <c:v>1180</c:v>
                </c:pt>
                <c:pt idx="410">
                  <c:v>1182.142857</c:v>
                </c:pt>
                <c:pt idx="411">
                  <c:v>997.3333333</c:v>
                </c:pt>
                <c:pt idx="412">
                  <c:v>4222.5</c:v>
                </c:pt>
                <c:pt idx="413">
                  <c:v>3675</c:v>
                </c:pt>
                <c:pt idx="414">
                  <c:v>6327</c:v>
                </c:pt>
                <c:pt idx="415">
                  <c:v>6993.714286</c:v>
                </c:pt>
                <c:pt idx="416">
                  <c:v>6519</c:v>
                </c:pt>
                <c:pt idx="417">
                  <c:v>1591.5</c:v>
                </c:pt>
                <c:pt idx="418">
                  <c:v>1715.285714</c:v>
                </c:pt>
                <c:pt idx="419">
                  <c:v>1663</c:v>
                </c:pt>
                <c:pt idx="420">
                  <c:v>1131.5</c:v>
                </c:pt>
                <c:pt idx="421">
                  <c:v>900.2857143</c:v>
                </c:pt>
                <c:pt idx="422">
                  <c:v>828</c:v>
                </c:pt>
                <c:pt idx="423">
                  <c:v>1208.5</c:v>
                </c:pt>
                <c:pt idx="424">
                  <c:v>1877</c:v>
                </c:pt>
                <c:pt idx="425">
                  <c:v>1201.5</c:v>
                </c:pt>
                <c:pt idx="426">
                  <c:v>1861.142857</c:v>
                </c:pt>
                <c:pt idx="427">
                  <c:v>1604.666667</c:v>
                </c:pt>
                <c:pt idx="428">
                  <c:v>2719.5</c:v>
                </c:pt>
                <c:pt idx="429">
                  <c:v>2605.571429</c:v>
                </c:pt>
                <c:pt idx="430">
                  <c:v>2569.333333</c:v>
                </c:pt>
                <c:pt idx="431">
                  <c:v>1052.5</c:v>
                </c:pt>
                <c:pt idx="432">
                  <c:v>2770</c:v>
                </c:pt>
                <c:pt idx="433">
                  <c:v>1079.5</c:v>
                </c:pt>
                <c:pt idx="434">
                  <c:v>2.5</c:v>
                </c:pt>
                <c:pt idx="435">
                  <c:v>2088.5</c:v>
                </c:pt>
                <c:pt idx="436">
                  <c:v>747</c:v>
                </c:pt>
                <c:pt idx="437">
                  <c:v>4466.25</c:v>
                </c:pt>
                <c:pt idx="438">
                  <c:v>1085.25</c:v>
                </c:pt>
                <c:pt idx="439">
                  <c:v>688.5</c:v>
                </c:pt>
                <c:pt idx="440">
                  <c:v>827</c:v>
                </c:pt>
                <c:pt idx="441">
                  <c:v>462.5</c:v>
                </c:pt>
                <c:pt idx="442">
                  <c:v>452.6428571</c:v>
                </c:pt>
                <c:pt idx="443">
                  <c:v>686.8333333</c:v>
                </c:pt>
                <c:pt idx="444">
                  <c:v>427</c:v>
                </c:pt>
                <c:pt idx="445">
                  <c:v>509.2142857</c:v>
                </c:pt>
                <c:pt idx="446">
                  <c:v>625.6666667</c:v>
                </c:pt>
                <c:pt idx="447">
                  <c:v>1240</c:v>
                </c:pt>
                <c:pt idx="448">
                  <c:v>1006.571429</c:v>
                </c:pt>
                <c:pt idx="449">
                  <c:v>871</c:v>
                </c:pt>
                <c:pt idx="450">
                  <c:v>5768</c:v>
                </c:pt>
                <c:pt idx="451">
                  <c:v>4696.428571</c:v>
                </c:pt>
                <c:pt idx="452">
                  <c:v>4325</c:v>
                </c:pt>
                <c:pt idx="453">
                  <c:v>4917.571429</c:v>
                </c:pt>
                <c:pt idx="454">
                  <c:v>2092.857143</c:v>
                </c:pt>
                <c:pt idx="455">
                  <c:v>1102</c:v>
                </c:pt>
                <c:pt idx="456">
                  <c:v>1224.142857</c:v>
                </c:pt>
                <c:pt idx="457">
                  <c:v>1191.333333</c:v>
                </c:pt>
                <c:pt idx="458">
                  <c:v>1113.5</c:v>
                </c:pt>
                <c:pt idx="459">
                  <c:v>926</c:v>
                </c:pt>
                <c:pt idx="460">
                  <c:v>607</c:v>
                </c:pt>
                <c:pt idx="461">
                  <c:v>1414.5</c:v>
                </c:pt>
                <c:pt idx="462">
                  <c:v>1268.857143</c:v>
                </c:pt>
                <c:pt idx="463">
                  <c:v>1368</c:v>
                </c:pt>
                <c:pt idx="464">
                  <c:v>1702.75</c:v>
                </c:pt>
                <c:pt idx="465">
                  <c:v>635.5</c:v>
                </c:pt>
                <c:pt idx="466">
                  <c:v>5718</c:v>
                </c:pt>
                <c:pt idx="467">
                  <c:v>5183.785714</c:v>
                </c:pt>
                <c:pt idx="468">
                  <c:v>5670.333333</c:v>
                </c:pt>
                <c:pt idx="469">
                  <c:v>560.0714286</c:v>
                </c:pt>
                <c:pt idx="470">
                  <c:v>3275</c:v>
                </c:pt>
                <c:pt idx="471">
                  <c:v>2871.857143</c:v>
                </c:pt>
                <c:pt idx="472">
                  <c:v>2084</c:v>
                </c:pt>
                <c:pt idx="473">
                  <c:v>1190</c:v>
                </c:pt>
                <c:pt idx="474">
                  <c:v>870.4285714</c:v>
                </c:pt>
                <c:pt idx="475">
                  <c:v>667.6666667</c:v>
                </c:pt>
                <c:pt idx="476">
                  <c:v>955.25</c:v>
                </c:pt>
                <c:pt idx="477">
                  <c:v>851.25</c:v>
                </c:pt>
                <c:pt idx="478">
                  <c:v>876.25</c:v>
                </c:pt>
                <c:pt idx="479">
                  <c:v>2431</c:v>
                </c:pt>
                <c:pt idx="480">
                  <c:v>2433.571429</c:v>
                </c:pt>
                <c:pt idx="481">
                  <c:v>1374.666667</c:v>
                </c:pt>
                <c:pt idx="482">
                  <c:v>2789</c:v>
                </c:pt>
                <c:pt idx="483">
                  <c:v>2297</c:v>
                </c:pt>
                <c:pt idx="484">
                  <c:v>3304.666667</c:v>
                </c:pt>
                <c:pt idx="485">
                  <c:v>1087</c:v>
                </c:pt>
                <c:pt idx="486">
                  <c:v>1027.285714</c:v>
                </c:pt>
                <c:pt idx="487">
                  <c:v>1188</c:v>
                </c:pt>
                <c:pt idx="488">
                  <c:v>2281.5</c:v>
                </c:pt>
                <c:pt idx="489">
                  <c:v>768.5</c:v>
                </c:pt>
                <c:pt idx="490">
                  <c:v>2428.5</c:v>
                </c:pt>
                <c:pt idx="491">
                  <c:v>2362.5</c:v>
                </c:pt>
                <c:pt idx="492">
                  <c:v>183</c:v>
                </c:pt>
                <c:pt idx="493">
                  <c:v>249.2857143</c:v>
                </c:pt>
                <c:pt idx="494">
                  <c:v>190</c:v>
                </c:pt>
                <c:pt idx="495">
                  <c:v>1017</c:v>
                </c:pt>
                <c:pt idx="496">
                  <c:v>1004</c:v>
                </c:pt>
                <c:pt idx="497">
                  <c:v>884.5</c:v>
                </c:pt>
                <c:pt idx="498">
                  <c:v>801.7142857</c:v>
                </c:pt>
                <c:pt idx="499">
                  <c:v>439</c:v>
                </c:pt>
                <c:pt idx="500">
                  <c:v>275.7142857</c:v>
                </c:pt>
                <c:pt idx="501">
                  <c:v>2049.714286</c:v>
                </c:pt>
                <c:pt idx="502">
                  <c:v>2292.5</c:v>
                </c:pt>
                <c:pt idx="503">
                  <c:v>2099.571429</c:v>
                </c:pt>
                <c:pt idx="504">
                  <c:v>2424.333333</c:v>
                </c:pt>
                <c:pt idx="505">
                  <c:v>389.25</c:v>
                </c:pt>
                <c:pt idx="506">
                  <c:v>717.5714286</c:v>
                </c:pt>
                <c:pt idx="507">
                  <c:v>797.3333333</c:v>
                </c:pt>
                <c:pt idx="508">
                  <c:v>4410.5</c:v>
                </c:pt>
                <c:pt idx="509">
                  <c:v>4396.357143</c:v>
                </c:pt>
                <c:pt idx="510">
                  <c:v>4525.5</c:v>
                </c:pt>
                <c:pt idx="511">
                  <c:v>2456</c:v>
                </c:pt>
                <c:pt idx="512">
                  <c:v>6144.5</c:v>
                </c:pt>
                <c:pt idx="513">
                  <c:v>5318.714286</c:v>
                </c:pt>
                <c:pt idx="514">
                  <c:v>5585.5</c:v>
                </c:pt>
                <c:pt idx="515">
                  <c:v>1539.75</c:v>
                </c:pt>
                <c:pt idx="516">
                  <c:v>1219.857143</c:v>
                </c:pt>
                <c:pt idx="517">
                  <c:v>1188.5</c:v>
                </c:pt>
                <c:pt idx="518">
                  <c:v>14342.25</c:v>
                </c:pt>
                <c:pt idx="519">
                  <c:v>2800</c:v>
                </c:pt>
                <c:pt idx="520">
                  <c:v>1349</c:v>
                </c:pt>
                <c:pt idx="521">
                  <c:v>3585.5</c:v>
                </c:pt>
                <c:pt idx="522">
                  <c:v>2219.5</c:v>
                </c:pt>
                <c:pt idx="523">
                  <c:v>1504.571429</c:v>
                </c:pt>
                <c:pt idx="524">
                  <c:v>1376.666667</c:v>
                </c:pt>
                <c:pt idx="525">
                  <c:v>1428.5</c:v>
                </c:pt>
                <c:pt idx="526">
                  <c:v>1498.714286</c:v>
                </c:pt>
                <c:pt idx="527">
                  <c:v>1461.333333</c:v>
                </c:pt>
                <c:pt idx="528">
                  <c:v>3182</c:v>
                </c:pt>
                <c:pt idx="529">
                  <c:v>2510.857143</c:v>
                </c:pt>
                <c:pt idx="530">
                  <c:v>2473.666667</c:v>
                </c:pt>
                <c:pt idx="531">
                  <c:v>1183.5</c:v>
                </c:pt>
                <c:pt idx="532">
                  <c:v>792.4285714</c:v>
                </c:pt>
                <c:pt idx="533">
                  <c:v>1078.666667</c:v>
                </c:pt>
                <c:pt idx="534">
                  <c:v>516.75</c:v>
                </c:pt>
                <c:pt idx="535">
                  <c:v>2074</c:v>
                </c:pt>
                <c:pt idx="536">
                  <c:v>604.5</c:v>
                </c:pt>
                <c:pt idx="537">
                  <c:v>1987.5</c:v>
                </c:pt>
                <c:pt idx="538">
                  <c:v>5655</c:v>
                </c:pt>
                <c:pt idx="539">
                  <c:v>396.5</c:v>
                </c:pt>
                <c:pt idx="540">
                  <c:v>4705.5</c:v>
                </c:pt>
                <c:pt idx="541">
                  <c:v>6191</c:v>
                </c:pt>
                <c:pt idx="542">
                  <c:v>6058.928571</c:v>
                </c:pt>
                <c:pt idx="543">
                  <c:v>5450.666667</c:v>
                </c:pt>
                <c:pt idx="544">
                  <c:v>1756</c:v>
                </c:pt>
                <c:pt idx="545">
                  <c:v>3428.75</c:v>
                </c:pt>
                <c:pt idx="546">
                  <c:v>1154.5</c:v>
                </c:pt>
                <c:pt idx="547">
                  <c:v>756</c:v>
                </c:pt>
                <c:pt idx="548">
                  <c:v>1262.285714</c:v>
                </c:pt>
                <c:pt idx="549">
                  <c:v>2673.285714</c:v>
                </c:pt>
                <c:pt idx="550">
                  <c:v>5400.75</c:v>
                </c:pt>
                <c:pt idx="551">
                  <c:v>483.5</c:v>
                </c:pt>
                <c:pt idx="552">
                  <c:v>992.5</c:v>
                </c:pt>
                <c:pt idx="553">
                  <c:v>869.2857143</c:v>
                </c:pt>
                <c:pt idx="554">
                  <c:v>739</c:v>
                </c:pt>
                <c:pt idx="555">
                  <c:v>641</c:v>
                </c:pt>
                <c:pt idx="556">
                  <c:v>490.0714286</c:v>
                </c:pt>
                <c:pt idx="557">
                  <c:v>523.1666667</c:v>
                </c:pt>
                <c:pt idx="558">
                  <c:v>6511.5</c:v>
                </c:pt>
                <c:pt idx="559">
                  <c:v>6216.928571</c:v>
                </c:pt>
                <c:pt idx="560">
                  <c:v>6602</c:v>
                </c:pt>
                <c:pt idx="561">
                  <c:v>3606.25</c:v>
                </c:pt>
                <c:pt idx="562">
                  <c:v>1023.75</c:v>
                </c:pt>
                <c:pt idx="563">
                  <c:v>879</c:v>
                </c:pt>
                <c:pt idx="564">
                  <c:v>4304</c:v>
                </c:pt>
                <c:pt idx="565">
                  <c:v>4465.428571</c:v>
                </c:pt>
                <c:pt idx="566">
                  <c:v>3399</c:v>
                </c:pt>
                <c:pt idx="567">
                  <c:v>704.5</c:v>
                </c:pt>
                <c:pt idx="568">
                  <c:v>806</c:v>
                </c:pt>
                <c:pt idx="569">
                  <c:v>738.6666667</c:v>
                </c:pt>
                <c:pt idx="570">
                  <c:v>1230</c:v>
                </c:pt>
                <c:pt idx="571">
                  <c:v>1142.714286</c:v>
                </c:pt>
                <c:pt idx="572">
                  <c:v>1234</c:v>
                </c:pt>
                <c:pt idx="573">
                  <c:v>571.25</c:v>
                </c:pt>
                <c:pt idx="574">
                  <c:v>1027.5</c:v>
                </c:pt>
                <c:pt idx="575">
                  <c:v>2921.5</c:v>
                </c:pt>
                <c:pt idx="576">
                  <c:v>1524.5</c:v>
                </c:pt>
                <c:pt idx="577">
                  <c:v>1539.285714</c:v>
                </c:pt>
                <c:pt idx="578">
                  <c:v>1776.333333</c:v>
                </c:pt>
                <c:pt idx="579">
                  <c:v>1380</c:v>
                </c:pt>
                <c:pt idx="580">
                  <c:v>1445.142857</c:v>
                </c:pt>
                <c:pt idx="581">
                  <c:v>1149.333333</c:v>
                </c:pt>
                <c:pt idx="582">
                  <c:v>4112.5</c:v>
                </c:pt>
                <c:pt idx="583">
                  <c:v>4077.5</c:v>
                </c:pt>
                <c:pt idx="584">
                  <c:v>2272</c:v>
                </c:pt>
                <c:pt idx="585">
                  <c:v>2310</c:v>
                </c:pt>
                <c:pt idx="586">
                  <c:v>2562.333333</c:v>
                </c:pt>
                <c:pt idx="587">
                  <c:v>3785.5</c:v>
                </c:pt>
                <c:pt idx="588">
                  <c:v>3767.714286</c:v>
                </c:pt>
                <c:pt idx="589">
                  <c:v>4201</c:v>
                </c:pt>
                <c:pt idx="590">
                  <c:v>4601.571429</c:v>
                </c:pt>
                <c:pt idx="591">
                  <c:v>5704</c:v>
                </c:pt>
                <c:pt idx="592">
                  <c:v>3447</c:v>
                </c:pt>
                <c:pt idx="593">
                  <c:v>3797.75</c:v>
                </c:pt>
                <c:pt idx="594">
                  <c:v>3885.285714</c:v>
                </c:pt>
                <c:pt idx="595">
                  <c:v>3997.666667</c:v>
                </c:pt>
                <c:pt idx="596">
                  <c:v>581.5</c:v>
                </c:pt>
                <c:pt idx="597">
                  <c:v>634.3571429</c:v>
                </c:pt>
                <c:pt idx="598">
                  <c:v>909.6666667</c:v>
                </c:pt>
                <c:pt idx="599">
                  <c:v>2275</c:v>
                </c:pt>
                <c:pt idx="600">
                  <c:v>1758.785714</c:v>
                </c:pt>
                <c:pt idx="601">
                  <c:v>2012.166667</c:v>
                </c:pt>
                <c:pt idx="602">
                  <c:v>453.25</c:v>
                </c:pt>
                <c:pt idx="603">
                  <c:v>392.3571429</c:v>
                </c:pt>
                <c:pt idx="604">
                  <c:v>417.1666667</c:v>
                </c:pt>
                <c:pt idx="605">
                  <c:v>432.75</c:v>
                </c:pt>
                <c:pt idx="606">
                  <c:v>351</c:v>
                </c:pt>
                <c:pt idx="607">
                  <c:v>367.3333333</c:v>
                </c:pt>
                <c:pt idx="608">
                  <c:v>366.5</c:v>
                </c:pt>
                <c:pt idx="609">
                  <c:v>2340</c:v>
                </c:pt>
                <c:pt idx="610">
                  <c:v>855</c:v>
                </c:pt>
                <c:pt idx="611">
                  <c:v>619.5</c:v>
                </c:pt>
                <c:pt idx="612">
                  <c:v>3263.25</c:v>
                </c:pt>
                <c:pt idx="613">
                  <c:v>1809.5</c:v>
                </c:pt>
                <c:pt idx="614">
                  <c:v>1989.5</c:v>
                </c:pt>
                <c:pt idx="615">
                  <c:v>8202</c:v>
                </c:pt>
                <c:pt idx="616">
                  <c:v>6933.714286</c:v>
                </c:pt>
                <c:pt idx="617">
                  <c:v>6959.166667</c:v>
                </c:pt>
                <c:pt idx="618">
                  <c:v>1841</c:v>
                </c:pt>
                <c:pt idx="619">
                  <c:v>1555.214286</c:v>
                </c:pt>
                <c:pt idx="620">
                  <c:v>1556.166667</c:v>
                </c:pt>
                <c:pt idx="621">
                  <c:v>2953.5</c:v>
                </c:pt>
                <c:pt idx="622">
                  <c:v>2767.142857</c:v>
                </c:pt>
                <c:pt idx="623">
                  <c:v>3284.666667</c:v>
                </c:pt>
                <c:pt idx="624">
                  <c:v>1849.5</c:v>
                </c:pt>
                <c:pt idx="625">
                  <c:v>1227.428571</c:v>
                </c:pt>
                <c:pt idx="626">
                  <c:v>1190</c:v>
                </c:pt>
                <c:pt idx="627">
                  <c:v>1913.5</c:v>
                </c:pt>
                <c:pt idx="628">
                  <c:v>1530</c:v>
                </c:pt>
                <c:pt idx="629">
                  <c:v>1305</c:v>
                </c:pt>
                <c:pt idx="630">
                  <c:v>1292.5</c:v>
                </c:pt>
                <c:pt idx="631">
                  <c:v>1100.571429</c:v>
                </c:pt>
                <c:pt idx="632">
                  <c:v>972.3333333</c:v>
                </c:pt>
                <c:pt idx="633">
                  <c:v>2678.5</c:v>
                </c:pt>
                <c:pt idx="634">
                  <c:v>897</c:v>
                </c:pt>
                <c:pt idx="635">
                  <c:v>941.9285714</c:v>
                </c:pt>
                <c:pt idx="636">
                  <c:v>756.3333333</c:v>
                </c:pt>
                <c:pt idx="637">
                  <c:v>2200</c:v>
                </c:pt>
                <c:pt idx="638">
                  <c:v>2371.428571</c:v>
                </c:pt>
                <c:pt idx="639">
                  <c:v>1575</c:v>
                </c:pt>
                <c:pt idx="640">
                  <c:v>452.5</c:v>
                </c:pt>
                <c:pt idx="641">
                  <c:v>477.7142857</c:v>
                </c:pt>
                <c:pt idx="642">
                  <c:v>394</c:v>
                </c:pt>
                <c:pt idx="643">
                  <c:v>1309.5</c:v>
                </c:pt>
                <c:pt idx="644">
                  <c:v>1537.75</c:v>
                </c:pt>
                <c:pt idx="645">
                  <c:v>1261.25</c:v>
                </c:pt>
                <c:pt idx="646">
                  <c:v>1871.75</c:v>
                </c:pt>
                <c:pt idx="647">
                  <c:v>1344.5</c:v>
                </c:pt>
                <c:pt idx="648">
                  <c:v>1046.142857</c:v>
                </c:pt>
                <c:pt idx="649">
                  <c:v>1055.333333</c:v>
                </c:pt>
                <c:pt idx="650">
                  <c:v>1383</c:v>
                </c:pt>
                <c:pt idx="651">
                  <c:v>1097.428571</c:v>
                </c:pt>
                <c:pt idx="652">
                  <c:v>1368.333333</c:v>
                </c:pt>
                <c:pt idx="653">
                  <c:v>5654.5</c:v>
                </c:pt>
                <c:pt idx="654">
                  <c:v>2732.25</c:v>
                </c:pt>
                <c:pt idx="655">
                  <c:v>1887.214286</c:v>
                </c:pt>
                <c:pt idx="656">
                  <c:v>1766.333333</c:v>
                </c:pt>
                <c:pt idx="657">
                  <c:v>570</c:v>
                </c:pt>
                <c:pt idx="658">
                  <c:v>531.7142857</c:v>
                </c:pt>
                <c:pt idx="659">
                  <c:v>314.6666667</c:v>
                </c:pt>
                <c:pt idx="660">
                  <c:v>1183.5</c:v>
                </c:pt>
                <c:pt idx="661">
                  <c:v>1241.714286</c:v>
                </c:pt>
                <c:pt idx="662">
                  <c:v>1290.666667</c:v>
                </c:pt>
                <c:pt idx="663">
                  <c:v>4783.25</c:v>
                </c:pt>
                <c:pt idx="664">
                  <c:v>4228.5</c:v>
                </c:pt>
                <c:pt idx="665">
                  <c:v>640.5714286</c:v>
                </c:pt>
                <c:pt idx="666">
                  <c:v>4460</c:v>
                </c:pt>
                <c:pt idx="667">
                  <c:v>8239</c:v>
                </c:pt>
                <c:pt idx="668">
                  <c:v>4847.5</c:v>
                </c:pt>
                <c:pt idx="669">
                  <c:v>5237</c:v>
                </c:pt>
                <c:pt idx="670">
                  <c:v>5909.142857</c:v>
                </c:pt>
                <c:pt idx="671">
                  <c:v>5827.666667</c:v>
                </c:pt>
                <c:pt idx="672">
                  <c:v>4929.285714</c:v>
                </c:pt>
                <c:pt idx="673">
                  <c:v>1418.75</c:v>
                </c:pt>
                <c:pt idx="674">
                  <c:v>4135.75</c:v>
                </c:pt>
                <c:pt idx="675">
                  <c:v>1125</c:v>
                </c:pt>
                <c:pt idx="676">
                  <c:v>1022.25</c:v>
                </c:pt>
                <c:pt idx="677">
                  <c:v>2003</c:v>
                </c:pt>
                <c:pt idx="678">
                  <c:v>1805.5</c:v>
                </c:pt>
                <c:pt idx="679">
                  <c:v>507</c:v>
                </c:pt>
                <c:pt idx="680">
                  <c:v>2109</c:v>
                </c:pt>
                <c:pt idx="681">
                  <c:v>349</c:v>
                </c:pt>
                <c:pt idx="682">
                  <c:v>414.5714286</c:v>
                </c:pt>
                <c:pt idx="683">
                  <c:v>463</c:v>
                </c:pt>
                <c:pt idx="684">
                  <c:v>2758</c:v>
                </c:pt>
                <c:pt idx="685">
                  <c:v>3737.5</c:v>
                </c:pt>
                <c:pt idx="686">
                  <c:v>62.25</c:v>
                </c:pt>
                <c:pt idx="687">
                  <c:v>2306</c:v>
                </c:pt>
                <c:pt idx="688">
                  <c:v>148.25</c:v>
                </c:pt>
                <c:pt idx="689">
                  <c:v>215.6428571</c:v>
                </c:pt>
                <c:pt idx="690">
                  <c:v>220</c:v>
                </c:pt>
                <c:pt idx="691">
                  <c:v>427</c:v>
                </c:pt>
                <c:pt idx="692">
                  <c:v>2021.5</c:v>
                </c:pt>
                <c:pt idx="693">
                  <c:v>45</c:v>
                </c:pt>
                <c:pt idx="694">
                  <c:v>19.92857143</c:v>
                </c:pt>
                <c:pt idx="695">
                  <c:v>36.16666667</c:v>
                </c:pt>
                <c:pt idx="696">
                  <c:v>5453.75</c:v>
                </c:pt>
                <c:pt idx="697">
                  <c:v>4468.642857</c:v>
                </c:pt>
                <c:pt idx="698">
                  <c:v>4638.5</c:v>
                </c:pt>
                <c:pt idx="699">
                  <c:v>682.75</c:v>
                </c:pt>
                <c:pt idx="700">
                  <c:v>725.3571429</c:v>
                </c:pt>
                <c:pt idx="701">
                  <c:v>698.3333333</c:v>
                </c:pt>
                <c:pt idx="702">
                  <c:v>1303.25</c:v>
                </c:pt>
                <c:pt idx="703">
                  <c:v>3481.25</c:v>
                </c:pt>
                <c:pt idx="704">
                  <c:v>1546</c:v>
                </c:pt>
                <c:pt idx="705">
                  <c:v>435.75</c:v>
                </c:pt>
                <c:pt idx="706">
                  <c:v>1305</c:v>
                </c:pt>
                <c:pt idx="707">
                  <c:v>1012.785714</c:v>
                </c:pt>
                <c:pt idx="708">
                  <c:v>970.6666667</c:v>
                </c:pt>
                <c:pt idx="709">
                  <c:v>4839.5</c:v>
                </c:pt>
                <c:pt idx="710">
                  <c:v>5600</c:v>
                </c:pt>
                <c:pt idx="711">
                  <c:v>7300.666667</c:v>
                </c:pt>
                <c:pt idx="712">
                  <c:v>1098</c:v>
                </c:pt>
                <c:pt idx="713">
                  <c:v>1411</c:v>
                </c:pt>
                <c:pt idx="714">
                  <c:v>1227</c:v>
                </c:pt>
                <c:pt idx="715">
                  <c:v>1941</c:v>
                </c:pt>
                <c:pt idx="716">
                  <c:v>1884.857143</c:v>
                </c:pt>
                <c:pt idx="717">
                  <c:v>1367.333333</c:v>
                </c:pt>
                <c:pt idx="718">
                  <c:v>2456</c:v>
                </c:pt>
                <c:pt idx="719">
                  <c:v>2006.142857</c:v>
                </c:pt>
                <c:pt idx="720">
                  <c:v>1584</c:v>
                </c:pt>
              </c:numCache>
            </c:numRef>
          </c:xVal>
          <c:yVal>
            <c:numRef>
              <c:f>'Chart Data'!$B$2:$B$722</c:f>
              <c:numCache>
                <c:formatCode>#,##0.0</c:formatCode>
                <c:ptCount val="721"/>
                <c:pt idx="0">
                  <c:v>2296</c:v>
                </c:pt>
                <c:pt idx="1">
                  <c:v>770</c:v>
                </c:pt>
                <c:pt idx="2">
                  <c:v>478</c:v>
                </c:pt>
                <c:pt idx="3">
                  <c:v>999</c:v>
                </c:pt>
                <c:pt idx="4">
                  <c:v>908.5714286</c:v>
                </c:pt>
                <c:pt idx="5">
                  <c:v>873.6666667</c:v>
                </c:pt>
                <c:pt idx="6">
                  <c:v>1386</c:v>
                </c:pt>
                <c:pt idx="7">
                  <c:v>1129.428571</c:v>
                </c:pt>
                <c:pt idx="8">
                  <c:v>1286</c:v>
                </c:pt>
                <c:pt idx="9">
                  <c:v>5246.25</c:v>
                </c:pt>
                <c:pt idx="10">
                  <c:v>4620.285714</c:v>
                </c:pt>
                <c:pt idx="11">
                  <c:v>4991.333333</c:v>
                </c:pt>
                <c:pt idx="12">
                  <c:v>359.5</c:v>
                </c:pt>
                <c:pt idx="13">
                  <c:v>204.4285714</c:v>
                </c:pt>
                <c:pt idx="14">
                  <c:v>187</c:v>
                </c:pt>
                <c:pt idx="15">
                  <c:v>1247</c:v>
                </c:pt>
                <c:pt idx="16">
                  <c:v>1321.857143</c:v>
                </c:pt>
                <c:pt idx="17">
                  <c:v>1379.333333</c:v>
                </c:pt>
                <c:pt idx="18">
                  <c:v>5822.25</c:v>
                </c:pt>
                <c:pt idx="19">
                  <c:v>983.5714286</c:v>
                </c:pt>
                <c:pt idx="20">
                  <c:v>794</c:v>
                </c:pt>
                <c:pt idx="21">
                  <c:v>3000</c:v>
                </c:pt>
                <c:pt idx="22">
                  <c:v>632.5714286</c:v>
                </c:pt>
                <c:pt idx="23">
                  <c:v>809</c:v>
                </c:pt>
                <c:pt idx="24">
                  <c:v>3684.5</c:v>
                </c:pt>
                <c:pt idx="25">
                  <c:v>1185.857143</c:v>
                </c:pt>
                <c:pt idx="26">
                  <c:v>546.5</c:v>
                </c:pt>
                <c:pt idx="27">
                  <c:v>955.5</c:v>
                </c:pt>
                <c:pt idx="28">
                  <c:v>7929</c:v>
                </c:pt>
                <c:pt idx="29">
                  <c:v>653.5</c:v>
                </c:pt>
                <c:pt idx="30">
                  <c:v>624.7142857</c:v>
                </c:pt>
                <c:pt idx="31">
                  <c:v>465</c:v>
                </c:pt>
                <c:pt idx="32">
                  <c:v>720.25</c:v>
                </c:pt>
                <c:pt idx="33">
                  <c:v>583</c:v>
                </c:pt>
                <c:pt idx="34">
                  <c:v>516.6666667</c:v>
                </c:pt>
                <c:pt idx="35">
                  <c:v>1064.25</c:v>
                </c:pt>
                <c:pt idx="36">
                  <c:v>649.8571429</c:v>
                </c:pt>
                <c:pt idx="37">
                  <c:v>791</c:v>
                </c:pt>
                <c:pt idx="38">
                  <c:v>2829.5</c:v>
                </c:pt>
                <c:pt idx="39">
                  <c:v>3682.571429</c:v>
                </c:pt>
                <c:pt idx="40">
                  <c:v>735.25</c:v>
                </c:pt>
                <c:pt idx="41">
                  <c:v>679.8571429</c:v>
                </c:pt>
                <c:pt idx="42">
                  <c:v>892.25</c:v>
                </c:pt>
                <c:pt idx="43">
                  <c:v>1031.857143</c:v>
                </c:pt>
                <c:pt idx="44">
                  <c:v>1120.333333</c:v>
                </c:pt>
                <c:pt idx="45">
                  <c:v>4155.5</c:v>
                </c:pt>
                <c:pt idx="46">
                  <c:v>5082.714286</c:v>
                </c:pt>
                <c:pt idx="47">
                  <c:v>5744.333333</c:v>
                </c:pt>
                <c:pt idx="48">
                  <c:v>544.5</c:v>
                </c:pt>
                <c:pt idx="49">
                  <c:v>1287.571429</c:v>
                </c:pt>
                <c:pt idx="50">
                  <c:v>1325</c:v>
                </c:pt>
                <c:pt idx="51">
                  <c:v>397</c:v>
                </c:pt>
                <c:pt idx="52">
                  <c:v>549</c:v>
                </c:pt>
                <c:pt idx="53">
                  <c:v>696.6666667</c:v>
                </c:pt>
                <c:pt idx="54">
                  <c:v>2455</c:v>
                </c:pt>
                <c:pt idx="55">
                  <c:v>953.5714286</c:v>
                </c:pt>
                <c:pt idx="56">
                  <c:v>532</c:v>
                </c:pt>
                <c:pt idx="57">
                  <c:v>1809.5</c:v>
                </c:pt>
                <c:pt idx="58">
                  <c:v>488.4285714</c:v>
                </c:pt>
                <c:pt idx="59">
                  <c:v>1432.666667</c:v>
                </c:pt>
                <c:pt idx="60">
                  <c:v>951</c:v>
                </c:pt>
                <c:pt idx="61">
                  <c:v>919.8571429</c:v>
                </c:pt>
                <c:pt idx="62">
                  <c:v>1119.333333</c:v>
                </c:pt>
                <c:pt idx="63">
                  <c:v>2853.75</c:v>
                </c:pt>
                <c:pt idx="64">
                  <c:v>2695.285714</c:v>
                </c:pt>
                <c:pt idx="65">
                  <c:v>3366.666667</c:v>
                </c:pt>
                <c:pt idx="66">
                  <c:v>1396</c:v>
                </c:pt>
                <c:pt idx="67">
                  <c:v>3464</c:v>
                </c:pt>
                <c:pt idx="68">
                  <c:v>2321</c:v>
                </c:pt>
                <c:pt idx="69">
                  <c:v>2643.142857</c:v>
                </c:pt>
                <c:pt idx="70">
                  <c:v>2243.333333</c:v>
                </c:pt>
                <c:pt idx="71">
                  <c:v>1301</c:v>
                </c:pt>
                <c:pt idx="72">
                  <c:v>1219.142857</c:v>
                </c:pt>
                <c:pt idx="73">
                  <c:v>1370</c:v>
                </c:pt>
                <c:pt idx="74">
                  <c:v>1437.75</c:v>
                </c:pt>
                <c:pt idx="75">
                  <c:v>2538</c:v>
                </c:pt>
                <c:pt idx="76">
                  <c:v>2118.333333</c:v>
                </c:pt>
                <c:pt idx="77">
                  <c:v>860</c:v>
                </c:pt>
                <c:pt idx="78">
                  <c:v>735</c:v>
                </c:pt>
                <c:pt idx="79">
                  <c:v>738</c:v>
                </c:pt>
                <c:pt idx="80">
                  <c:v>3399.5</c:v>
                </c:pt>
                <c:pt idx="81">
                  <c:v>4526</c:v>
                </c:pt>
                <c:pt idx="82">
                  <c:v>5105.666667</c:v>
                </c:pt>
                <c:pt idx="83">
                  <c:v>1855.5</c:v>
                </c:pt>
                <c:pt idx="84">
                  <c:v>1702</c:v>
                </c:pt>
                <c:pt idx="85">
                  <c:v>5829</c:v>
                </c:pt>
                <c:pt idx="86">
                  <c:v>1953.5</c:v>
                </c:pt>
                <c:pt idx="87">
                  <c:v>3899</c:v>
                </c:pt>
                <c:pt idx="88">
                  <c:v>1142.75</c:v>
                </c:pt>
                <c:pt idx="89">
                  <c:v>1712.75</c:v>
                </c:pt>
                <c:pt idx="90">
                  <c:v>458.5</c:v>
                </c:pt>
                <c:pt idx="91">
                  <c:v>1821.5</c:v>
                </c:pt>
                <c:pt idx="92">
                  <c:v>4264.5</c:v>
                </c:pt>
                <c:pt idx="93">
                  <c:v>1797.25</c:v>
                </c:pt>
                <c:pt idx="94">
                  <c:v>515</c:v>
                </c:pt>
                <c:pt idx="95">
                  <c:v>892.5</c:v>
                </c:pt>
                <c:pt idx="96">
                  <c:v>2810.5</c:v>
                </c:pt>
                <c:pt idx="97">
                  <c:v>4398.5</c:v>
                </c:pt>
                <c:pt idx="98">
                  <c:v>2554.5</c:v>
                </c:pt>
                <c:pt idx="99">
                  <c:v>3010.25</c:v>
                </c:pt>
                <c:pt idx="100">
                  <c:v>1049.75</c:v>
                </c:pt>
                <c:pt idx="101">
                  <c:v>2414.75</c:v>
                </c:pt>
                <c:pt idx="102">
                  <c:v>2532.571429</c:v>
                </c:pt>
                <c:pt idx="103">
                  <c:v>2926.333333</c:v>
                </c:pt>
                <c:pt idx="104">
                  <c:v>174</c:v>
                </c:pt>
                <c:pt idx="105">
                  <c:v>1138</c:v>
                </c:pt>
                <c:pt idx="106">
                  <c:v>3712.25</c:v>
                </c:pt>
                <c:pt idx="107">
                  <c:v>606.75</c:v>
                </c:pt>
                <c:pt idx="108">
                  <c:v>572.2857143</c:v>
                </c:pt>
                <c:pt idx="109">
                  <c:v>623</c:v>
                </c:pt>
                <c:pt idx="110">
                  <c:v>1422.5</c:v>
                </c:pt>
                <c:pt idx="111">
                  <c:v>1565.5</c:v>
                </c:pt>
                <c:pt idx="112">
                  <c:v>2003.75</c:v>
                </c:pt>
                <c:pt idx="113">
                  <c:v>4174</c:v>
                </c:pt>
                <c:pt idx="114">
                  <c:v>1715</c:v>
                </c:pt>
                <c:pt idx="115">
                  <c:v>2147.285714</c:v>
                </c:pt>
                <c:pt idx="116">
                  <c:v>2106.333333</c:v>
                </c:pt>
                <c:pt idx="117">
                  <c:v>3575</c:v>
                </c:pt>
                <c:pt idx="118">
                  <c:v>1840.5</c:v>
                </c:pt>
                <c:pt idx="119">
                  <c:v>1612.5</c:v>
                </c:pt>
                <c:pt idx="120">
                  <c:v>286</c:v>
                </c:pt>
                <c:pt idx="121">
                  <c:v>4126.428571</c:v>
                </c:pt>
                <c:pt idx="122">
                  <c:v>2408.571429</c:v>
                </c:pt>
                <c:pt idx="123">
                  <c:v>2067</c:v>
                </c:pt>
                <c:pt idx="124">
                  <c:v>1910</c:v>
                </c:pt>
                <c:pt idx="125">
                  <c:v>1924</c:v>
                </c:pt>
                <c:pt idx="126">
                  <c:v>1976.857143</c:v>
                </c:pt>
                <c:pt idx="127">
                  <c:v>639.25</c:v>
                </c:pt>
                <c:pt idx="128">
                  <c:v>1755.5</c:v>
                </c:pt>
                <c:pt idx="129">
                  <c:v>2696.5</c:v>
                </c:pt>
                <c:pt idx="130">
                  <c:v>4516</c:v>
                </c:pt>
                <c:pt idx="131">
                  <c:v>3189</c:v>
                </c:pt>
                <c:pt idx="132">
                  <c:v>1234.142857</c:v>
                </c:pt>
                <c:pt idx="133">
                  <c:v>1481</c:v>
                </c:pt>
                <c:pt idx="134">
                  <c:v>2563.5</c:v>
                </c:pt>
                <c:pt idx="135">
                  <c:v>564.1428571</c:v>
                </c:pt>
                <c:pt idx="136">
                  <c:v>3</c:v>
                </c:pt>
                <c:pt idx="137">
                  <c:v>854.5</c:v>
                </c:pt>
                <c:pt idx="138">
                  <c:v>141</c:v>
                </c:pt>
                <c:pt idx="139">
                  <c:v>961.3333333</c:v>
                </c:pt>
                <c:pt idx="140">
                  <c:v>134</c:v>
                </c:pt>
                <c:pt idx="141">
                  <c:v>2.714285714</c:v>
                </c:pt>
                <c:pt idx="142">
                  <c:v>178.3333333</c:v>
                </c:pt>
                <c:pt idx="143">
                  <c:v>391.5</c:v>
                </c:pt>
                <c:pt idx="144">
                  <c:v>733.5</c:v>
                </c:pt>
                <c:pt idx="145">
                  <c:v>639</c:v>
                </c:pt>
                <c:pt idx="146">
                  <c:v>2893</c:v>
                </c:pt>
                <c:pt idx="147">
                  <c:v>1007.5</c:v>
                </c:pt>
                <c:pt idx="148">
                  <c:v>1216.857143</c:v>
                </c:pt>
                <c:pt idx="149">
                  <c:v>2958</c:v>
                </c:pt>
                <c:pt idx="150">
                  <c:v>582</c:v>
                </c:pt>
                <c:pt idx="151">
                  <c:v>3584.5</c:v>
                </c:pt>
                <c:pt idx="152">
                  <c:v>1044.5</c:v>
                </c:pt>
                <c:pt idx="153">
                  <c:v>803.8571429</c:v>
                </c:pt>
                <c:pt idx="154">
                  <c:v>895</c:v>
                </c:pt>
                <c:pt idx="155">
                  <c:v>3599</c:v>
                </c:pt>
                <c:pt idx="156">
                  <c:v>3621.285714</c:v>
                </c:pt>
                <c:pt idx="157">
                  <c:v>4312.666667</c:v>
                </c:pt>
                <c:pt idx="158">
                  <c:v>4493</c:v>
                </c:pt>
                <c:pt idx="159">
                  <c:v>987</c:v>
                </c:pt>
                <c:pt idx="160">
                  <c:v>1735</c:v>
                </c:pt>
                <c:pt idx="161">
                  <c:v>734.5</c:v>
                </c:pt>
                <c:pt idx="162">
                  <c:v>1392.142857</c:v>
                </c:pt>
                <c:pt idx="163">
                  <c:v>1537.333333</c:v>
                </c:pt>
                <c:pt idx="164">
                  <c:v>504.5</c:v>
                </c:pt>
                <c:pt idx="165">
                  <c:v>435</c:v>
                </c:pt>
                <c:pt idx="166">
                  <c:v>322</c:v>
                </c:pt>
                <c:pt idx="167">
                  <c:v>1393.5</c:v>
                </c:pt>
                <c:pt idx="168">
                  <c:v>1425.285714</c:v>
                </c:pt>
                <c:pt idx="169">
                  <c:v>1142.666667</c:v>
                </c:pt>
                <c:pt idx="170">
                  <c:v>710.5</c:v>
                </c:pt>
                <c:pt idx="171">
                  <c:v>708.8571429</c:v>
                </c:pt>
                <c:pt idx="172">
                  <c:v>574</c:v>
                </c:pt>
                <c:pt idx="173">
                  <c:v>1536.5</c:v>
                </c:pt>
                <c:pt idx="174">
                  <c:v>1218.571429</c:v>
                </c:pt>
                <c:pt idx="175">
                  <c:v>1330.333333</c:v>
                </c:pt>
                <c:pt idx="176">
                  <c:v>520</c:v>
                </c:pt>
                <c:pt idx="177">
                  <c:v>742.2857143</c:v>
                </c:pt>
                <c:pt idx="178">
                  <c:v>888.6666667</c:v>
                </c:pt>
                <c:pt idx="179">
                  <c:v>380.5</c:v>
                </c:pt>
                <c:pt idx="180">
                  <c:v>323.8571429</c:v>
                </c:pt>
                <c:pt idx="181">
                  <c:v>326.3333333</c:v>
                </c:pt>
                <c:pt idx="182">
                  <c:v>4658</c:v>
                </c:pt>
                <c:pt idx="183">
                  <c:v>4306.857143</c:v>
                </c:pt>
                <c:pt idx="184">
                  <c:v>4193.333333</c:v>
                </c:pt>
                <c:pt idx="185">
                  <c:v>2513.5</c:v>
                </c:pt>
                <c:pt idx="186">
                  <c:v>777.25</c:v>
                </c:pt>
                <c:pt idx="187">
                  <c:v>2161</c:v>
                </c:pt>
                <c:pt idx="188">
                  <c:v>3020.5</c:v>
                </c:pt>
                <c:pt idx="189">
                  <c:v>3546.428571</c:v>
                </c:pt>
                <c:pt idx="190">
                  <c:v>983</c:v>
                </c:pt>
                <c:pt idx="191">
                  <c:v>2914.5</c:v>
                </c:pt>
                <c:pt idx="192">
                  <c:v>2298.5</c:v>
                </c:pt>
                <c:pt idx="193">
                  <c:v>1483</c:v>
                </c:pt>
                <c:pt idx="194">
                  <c:v>2044.5</c:v>
                </c:pt>
                <c:pt idx="195">
                  <c:v>975.5</c:v>
                </c:pt>
                <c:pt idx="196">
                  <c:v>3935.5</c:v>
                </c:pt>
                <c:pt idx="197">
                  <c:v>1764.5</c:v>
                </c:pt>
                <c:pt idx="198">
                  <c:v>751</c:v>
                </c:pt>
                <c:pt idx="199">
                  <c:v>2401.25</c:v>
                </c:pt>
                <c:pt idx="200">
                  <c:v>1197.75</c:v>
                </c:pt>
                <c:pt idx="201">
                  <c:v>1216.5</c:v>
                </c:pt>
                <c:pt idx="202">
                  <c:v>1449.285714</c:v>
                </c:pt>
                <c:pt idx="203">
                  <c:v>1356.166667</c:v>
                </c:pt>
                <c:pt idx="204">
                  <c:v>3299.75</c:v>
                </c:pt>
                <c:pt idx="205">
                  <c:v>3687.428571</c:v>
                </c:pt>
                <c:pt idx="206">
                  <c:v>4180.666667</c:v>
                </c:pt>
                <c:pt idx="207">
                  <c:v>1330.25</c:v>
                </c:pt>
                <c:pt idx="208">
                  <c:v>1465.142857</c:v>
                </c:pt>
                <c:pt idx="209">
                  <c:v>1560.333333</c:v>
                </c:pt>
                <c:pt idx="210">
                  <c:v>2071</c:v>
                </c:pt>
                <c:pt idx="211">
                  <c:v>1569.333333</c:v>
                </c:pt>
                <c:pt idx="212">
                  <c:v>710</c:v>
                </c:pt>
                <c:pt idx="213">
                  <c:v>557.7142857</c:v>
                </c:pt>
                <c:pt idx="214">
                  <c:v>380.3333333</c:v>
                </c:pt>
                <c:pt idx="215">
                  <c:v>615.25</c:v>
                </c:pt>
                <c:pt idx="216">
                  <c:v>266.75</c:v>
                </c:pt>
                <c:pt idx="217">
                  <c:v>1571</c:v>
                </c:pt>
                <c:pt idx="218">
                  <c:v>2067.75</c:v>
                </c:pt>
                <c:pt idx="219">
                  <c:v>1327</c:v>
                </c:pt>
                <c:pt idx="220">
                  <c:v>1366.285714</c:v>
                </c:pt>
                <c:pt idx="221">
                  <c:v>1588</c:v>
                </c:pt>
                <c:pt idx="222">
                  <c:v>598</c:v>
                </c:pt>
                <c:pt idx="223">
                  <c:v>121.1428571</c:v>
                </c:pt>
                <c:pt idx="224">
                  <c:v>78.33333333</c:v>
                </c:pt>
                <c:pt idx="225">
                  <c:v>2701</c:v>
                </c:pt>
                <c:pt idx="226">
                  <c:v>3717.571429</c:v>
                </c:pt>
                <c:pt idx="227">
                  <c:v>3776.666667</c:v>
                </c:pt>
                <c:pt idx="228">
                  <c:v>5096.571429</c:v>
                </c:pt>
                <c:pt idx="229">
                  <c:v>7116.75</c:v>
                </c:pt>
                <c:pt idx="230">
                  <c:v>6596.25</c:v>
                </c:pt>
                <c:pt idx="231">
                  <c:v>6419.5</c:v>
                </c:pt>
                <c:pt idx="232">
                  <c:v>1776</c:v>
                </c:pt>
                <c:pt idx="233">
                  <c:v>918.5</c:v>
                </c:pt>
                <c:pt idx="234">
                  <c:v>3856.5</c:v>
                </c:pt>
                <c:pt idx="235">
                  <c:v>3662.571429</c:v>
                </c:pt>
                <c:pt idx="236">
                  <c:v>3635.333333</c:v>
                </c:pt>
                <c:pt idx="237">
                  <c:v>1504.5</c:v>
                </c:pt>
                <c:pt idx="238">
                  <c:v>1270.285714</c:v>
                </c:pt>
                <c:pt idx="239">
                  <c:v>1284.333333</c:v>
                </c:pt>
                <c:pt idx="240">
                  <c:v>403.8571429</c:v>
                </c:pt>
                <c:pt idx="241">
                  <c:v>835</c:v>
                </c:pt>
                <c:pt idx="242">
                  <c:v>613</c:v>
                </c:pt>
                <c:pt idx="243">
                  <c:v>608</c:v>
                </c:pt>
                <c:pt idx="244">
                  <c:v>3709</c:v>
                </c:pt>
                <c:pt idx="245">
                  <c:v>3493.5</c:v>
                </c:pt>
                <c:pt idx="246">
                  <c:v>3004.142857</c:v>
                </c:pt>
                <c:pt idx="247">
                  <c:v>3057.333333</c:v>
                </c:pt>
                <c:pt idx="248">
                  <c:v>1125</c:v>
                </c:pt>
                <c:pt idx="249">
                  <c:v>646.2857143</c:v>
                </c:pt>
                <c:pt idx="250">
                  <c:v>886.3333333</c:v>
                </c:pt>
                <c:pt idx="251">
                  <c:v>242.5</c:v>
                </c:pt>
                <c:pt idx="252">
                  <c:v>3082.25</c:v>
                </c:pt>
                <c:pt idx="253">
                  <c:v>8698.75</c:v>
                </c:pt>
                <c:pt idx="254">
                  <c:v>2408.25</c:v>
                </c:pt>
                <c:pt idx="255">
                  <c:v>3174</c:v>
                </c:pt>
                <c:pt idx="256">
                  <c:v>4477</c:v>
                </c:pt>
                <c:pt idx="257">
                  <c:v>2489.25</c:v>
                </c:pt>
                <c:pt idx="258">
                  <c:v>3590.5</c:v>
                </c:pt>
                <c:pt idx="259">
                  <c:v>3029.75</c:v>
                </c:pt>
                <c:pt idx="260">
                  <c:v>261.5</c:v>
                </c:pt>
                <c:pt idx="261">
                  <c:v>2310</c:v>
                </c:pt>
                <c:pt idx="262">
                  <c:v>3414.5</c:v>
                </c:pt>
                <c:pt idx="263">
                  <c:v>4507.5</c:v>
                </c:pt>
                <c:pt idx="264">
                  <c:v>4031.571429</c:v>
                </c:pt>
                <c:pt idx="265">
                  <c:v>4137</c:v>
                </c:pt>
                <c:pt idx="266">
                  <c:v>414.5</c:v>
                </c:pt>
                <c:pt idx="267">
                  <c:v>388.1428571</c:v>
                </c:pt>
                <c:pt idx="268">
                  <c:v>512.3333333</c:v>
                </c:pt>
                <c:pt idx="269">
                  <c:v>2916</c:v>
                </c:pt>
                <c:pt idx="270">
                  <c:v>1697.5</c:v>
                </c:pt>
                <c:pt idx="271">
                  <c:v>1509.571429</c:v>
                </c:pt>
                <c:pt idx="272">
                  <c:v>1464.666667</c:v>
                </c:pt>
                <c:pt idx="273">
                  <c:v>4283.25</c:v>
                </c:pt>
                <c:pt idx="274">
                  <c:v>3387.285714</c:v>
                </c:pt>
                <c:pt idx="275">
                  <c:v>3543</c:v>
                </c:pt>
                <c:pt idx="276">
                  <c:v>2532.25</c:v>
                </c:pt>
                <c:pt idx="277">
                  <c:v>873.5</c:v>
                </c:pt>
                <c:pt idx="278">
                  <c:v>3528.25</c:v>
                </c:pt>
                <c:pt idx="279">
                  <c:v>2828.25</c:v>
                </c:pt>
                <c:pt idx="280">
                  <c:v>3631.25</c:v>
                </c:pt>
                <c:pt idx="281">
                  <c:v>5417.25</c:v>
                </c:pt>
                <c:pt idx="282">
                  <c:v>1887.5</c:v>
                </c:pt>
                <c:pt idx="283">
                  <c:v>2243</c:v>
                </c:pt>
                <c:pt idx="284">
                  <c:v>846.25</c:v>
                </c:pt>
                <c:pt idx="285">
                  <c:v>715.1428571</c:v>
                </c:pt>
                <c:pt idx="286">
                  <c:v>879</c:v>
                </c:pt>
                <c:pt idx="287">
                  <c:v>7178.25</c:v>
                </c:pt>
                <c:pt idx="288">
                  <c:v>6148.714286</c:v>
                </c:pt>
                <c:pt idx="289">
                  <c:v>5990.666667</c:v>
                </c:pt>
                <c:pt idx="290">
                  <c:v>847.5</c:v>
                </c:pt>
                <c:pt idx="291">
                  <c:v>4562.5</c:v>
                </c:pt>
                <c:pt idx="292">
                  <c:v>1053.25</c:v>
                </c:pt>
                <c:pt idx="293">
                  <c:v>1065</c:v>
                </c:pt>
                <c:pt idx="294">
                  <c:v>1105</c:v>
                </c:pt>
                <c:pt idx="295">
                  <c:v>409.5</c:v>
                </c:pt>
                <c:pt idx="296">
                  <c:v>4230</c:v>
                </c:pt>
                <c:pt idx="297">
                  <c:v>733.4285714</c:v>
                </c:pt>
                <c:pt idx="298">
                  <c:v>114.4285714</c:v>
                </c:pt>
                <c:pt idx="299">
                  <c:v>667</c:v>
                </c:pt>
                <c:pt idx="300">
                  <c:v>367.8571429</c:v>
                </c:pt>
                <c:pt idx="301">
                  <c:v>301.3333333</c:v>
                </c:pt>
                <c:pt idx="302">
                  <c:v>957</c:v>
                </c:pt>
                <c:pt idx="303">
                  <c:v>669.1428571</c:v>
                </c:pt>
                <c:pt idx="304">
                  <c:v>346.6666667</c:v>
                </c:pt>
                <c:pt idx="305">
                  <c:v>1069</c:v>
                </c:pt>
                <c:pt idx="306">
                  <c:v>1639.428571</c:v>
                </c:pt>
                <c:pt idx="307">
                  <c:v>1716</c:v>
                </c:pt>
                <c:pt idx="308">
                  <c:v>1218.5</c:v>
                </c:pt>
                <c:pt idx="309">
                  <c:v>3345</c:v>
                </c:pt>
                <c:pt idx="310">
                  <c:v>2958.285714</c:v>
                </c:pt>
                <c:pt idx="311">
                  <c:v>2800.333333</c:v>
                </c:pt>
                <c:pt idx="312">
                  <c:v>848.5714286</c:v>
                </c:pt>
                <c:pt idx="313">
                  <c:v>56.28571429</c:v>
                </c:pt>
                <c:pt idx="314">
                  <c:v>2354.5</c:v>
                </c:pt>
                <c:pt idx="315">
                  <c:v>2301.714286</c:v>
                </c:pt>
                <c:pt idx="316">
                  <c:v>2304</c:v>
                </c:pt>
                <c:pt idx="317">
                  <c:v>334.5</c:v>
                </c:pt>
                <c:pt idx="318">
                  <c:v>7776.5</c:v>
                </c:pt>
                <c:pt idx="319">
                  <c:v>7102.571429</c:v>
                </c:pt>
                <c:pt idx="320">
                  <c:v>7916</c:v>
                </c:pt>
                <c:pt idx="321">
                  <c:v>4253</c:v>
                </c:pt>
                <c:pt idx="322">
                  <c:v>4999.428571</c:v>
                </c:pt>
                <c:pt idx="323">
                  <c:v>4757.666667</c:v>
                </c:pt>
                <c:pt idx="324">
                  <c:v>1874.25</c:v>
                </c:pt>
                <c:pt idx="325">
                  <c:v>1236</c:v>
                </c:pt>
                <c:pt idx="326">
                  <c:v>537.4285714</c:v>
                </c:pt>
                <c:pt idx="327">
                  <c:v>1704.571429</c:v>
                </c:pt>
                <c:pt idx="328">
                  <c:v>2074.75</c:v>
                </c:pt>
                <c:pt idx="329">
                  <c:v>2234</c:v>
                </c:pt>
                <c:pt idx="330">
                  <c:v>2257</c:v>
                </c:pt>
                <c:pt idx="331">
                  <c:v>359.5</c:v>
                </c:pt>
                <c:pt idx="332">
                  <c:v>867.5</c:v>
                </c:pt>
                <c:pt idx="333">
                  <c:v>672.5</c:v>
                </c:pt>
                <c:pt idx="334">
                  <c:v>1456</c:v>
                </c:pt>
                <c:pt idx="335">
                  <c:v>1819.5</c:v>
                </c:pt>
                <c:pt idx="336">
                  <c:v>1205.857143</c:v>
                </c:pt>
                <c:pt idx="337">
                  <c:v>973</c:v>
                </c:pt>
                <c:pt idx="338">
                  <c:v>1020.5</c:v>
                </c:pt>
                <c:pt idx="339">
                  <c:v>1004.571429</c:v>
                </c:pt>
                <c:pt idx="340">
                  <c:v>1136.666667</c:v>
                </c:pt>
                <c:pt idx="341">
                  <c:v>3772</c:v>
                </c:pt>
                <c:pt idx="342">
                  <c:v>4149.5</c:v>
                </c:pt>
                <c:pt idx="343">
                  <c:v>6286.5</c:v>
                </c:pt>
                <c:pt idx="344">
                  <c:v>7777.714286</c:v>
                </c:pt>
                <c:pt idx="345">
                  <c:v>8041.666667</c:v>
                </c:pt>
                <c:pt idx="346">
                  <c:v>3702.75</c:v>
                </c:pt>
                <c:pt idx="347">
                  <c:v>2934.714286</c:v>
                </c:pt>
                <c:pt idx="348">
                  <c:v>3570</c:v>
                </c:pt>
                <c:pt idx="349">
                  <c:v>1582.5</c:v>
                </c:pt>
                <c:pt idx="350">
                  <c:v>773.5714286</c:v>
                </c:pt>
                <c:pt idx="351">
                  <c:v>1001.666667</c:v>
                </c:pt>
                <c:pt idx="352">
                  <c:v>507</c:v>
                </c:pt>
                <c:pt idx="353">
                  <c:v>3849.25</c:v>
                </c:pt>
                <c:pt idx="354">
                  <c:v>282.5</c:v>
                </c:pt>
                <c:pt idx="355">
                  <c:v>2902.5</c:v>
                </c:pt>
                <c:pt idx="356">
                  <c:v>5369</c:v>
                </c:pt>
                <c:pt idx="357">
                  <c:v>5201.5</c:v>
                </c:pt>
                <c:pt idx="358">
                  <c:v>6154.142857</c:v>
                </c:pt>
                <c:pt idx="359">
                  <c:v>6951</c:v>
                </c:pt>
                <c:pt idx="360">
                  <c:v>688.5</c:v>
                </c:pt>
                <c:pt idx="361">
                  <c:v>776.8571429</c:v>
                </c:pt>
                <c:pt idx="362">
                  <c:v>658.3333333</c:v>
                </c:pt>
                <c:pt idx="363">
                  <c:v>2320.5</c:v>
                </c:pt>
                <c:pt idx="364">
                  <c:v>3327.5</c:v>
                </c:pt>
                <c:pt idx="365">
                  <c:v>2113</c:v>
                </c:pt>
                <c:pt idx="366">
                  <c:v>6086.5</c:v>
                </c:pt>
                <c:pt idx="367">
                  <c:v>2960</c:v>
                </c:pt>
                <c:pt idx="368">
                  <c:v>6164</c:v>
                </c:pt>
                <c:pt idx="369">
                  <c:v>2295.75</c:v>
                </c:pt>
                <c:pt idx="370">
                  <c:v>2849.5</c:v>
                </c:pt>
                <c:pt idx="371">
                  <c:v>838</c:v>
                </c:pt>
                <c:pt idx="372">
                  <c:v>1065</c:v>
                </c:pt>
                <c:pt idx="373">
                  <c:v>638.5</c:v>
                </c:pt>
                <c:pt idx="374">
                  <c:v>1096.5</c:v>
                </c:pt>
                <c:pt idx="375">
                  <c:v>804</c:v>
                </c:pt>
                <c:pt idx="376">
                  <c:v>904</c:v>
                </c:pt>
                <c:pt idx="377">
                  <c:v>935</c:v>
                </c:pt>
                <c:pt idx="378">
                  <c:v>519</c:v>
                </c:pt>
                <c:pt idx="379">
                  <c:v>732.8571429</c:v>
                </c:pt>
                <c:pt idx="380">
                  <c:v>709.3333333</c:v>
                </c:pt>
                <c:pt idx="381">
                  <c:v>2290.5</c:v>
                </c:pt>
                <c:pt idx="382">
                  <c:v>4989</c:v>
                </c:pt>
                <c:pt idx="383">
                  <c:v>5476.142857</c:v>
                </c:pt>
                <c:pt idx="384">
                  <c:v>6344.666667</c:v>
                </c:pt>
                <c:pt idx="385">
                  <c:v>630</c:v>
                </c:pt>
                <c:pt idx="386">
                  <c:v>1646.5</c:v>
                </c:pt>
                <c:pt idx="387">
                  <c:v>2731.5</c:v>
                </c:pt>
                <c:pt idx="388">
                  <c:v>2880.142857</c:v>
                </c:pt>
                <c:pt idx="389">
                  <c:v>2525.333333</c:v>
                </c:pt>
                <c:pt idx="390">
                  <c:v>7602.25</c:v>
                </c:pt>
                <c:pt idx="391">
                  <c:v>7187.571429</c:v>
                </c:pt>
                <c:pt idx="392">
                  <c:v>7546</c:v>
                </c:pt>
                <c:pt idx="393">
                  <c:v>1440.75</c:v>
                </c:pt>
                <c:pt idx="394">
                  <c:v>1482.857143</c:v>
                </c:pt>
                <c:pt idx="395">
                  <c:v>1388.666667</c:v>
                </c:pt>
                <c:pt idx="396">
                  <c:v>2047</c:v>
                </c:pt>
                <c:pt idx="397">
                  <c:v>2053.714286</c:v>
                </c:pt>
                <c:pt idx="398">
                  <c:v>2332.666667</c:v>
                </c:pt>
                <c:pt idx="399">
                  <c:v>2727</c:v>
                </c:pt>
                <c:pt idx="400">
                  <c:v>1933.5</c:v>
                </c:pt>
                <c:pt idx="401">
                  <c:v>875.75</c:v>
                </c:pt>
                <c:pt idx="402">
                  <c:v>3400</c:v>
                </c:pt>
                <c:pt idx="403">
                  <c:v>11</c:v>
                </c:pt>
                <c:pt idx="404">
                  <c:v>705.5</c:v>
                </c:pt>
                <c:pt idx="405">
                  <c:v>731.75</c:v>
                </c:pt>
                <c:pt idx="406">
                  <c:v>803.25</c:v>
                </c:pt>
                <c:pt idx="407">
                  <c:v>190.2857143</c:v>
                </c:pt>
                <c:pt idx="408">
                  <c:v>3229.333333</c:v>
                </c:pt>
                <c:pt idx="409">
                  <c:v>2431.25</c:v>
                </c:pt>
                <c:pt idx="410">
                  <c:v>458.2857143</c:v>
                </c:pt>
                <c:pt idx="411">
                  <c:v>221</c:v>
                </c:pt>
                <c:pt idx="412">
                  <c:v>3688.25</c:v>
                </c:pt>
                <c:pt idx="413">
                  <c:v>3356.25</c:v>
                </c:pt>
                <c:pt idx="414">
                  <c:v>7482.75</c:v>
                </c:pt>
                <c:pt idx="415">
                  <c:v>7109.428571</c:v>
                </c:pt>
                <c:pt idx="416">
                  <c:v>7284.666667</c:v>
                </c:pt>
                <c:pt idx="417">
                  <c:v>1357</c:v>
                </c:pt>
                <c:pt idx="418">
                  <c:v>1417.857143</c:v>
                </c:pt>
                <c:pt idx="419">
                  <c:v>1781.666667</c:v>
                </c:pt>
                <c:pt idx="420">
                  <c:v>895.25</c:v>
                </c:pt>
                <c:pt idx="421">
                  <c:v>1209.428571</c:v>
                </c:pt>
                <c:pt idx="422">
                  <c:v>1372.333333</c:v>
                </c:pt>
                <c:pt idx="423">
                  <c:v>955</c:v>
                </c:pt>
                <c:pt idx="424">
                  <c:v>1303</c:v>
                </c:pt>
                <c:pt idx="425">
                  <c:v>881.25</c:v>
                </c:pt>
                <c:pt idx="426">
                  <c:v>1261.571429</c:v>
                </c:pt>
                <c:pt idx="427">
                  <c:v>1192.666667</c:v>
                </c:pt>
                <c:pt idx="428">
                  <c:v>2847.75</c:v>
                </c:pt>
                <c:pt idx="429">
                  <c:v>2677</c:v>
                </c:pt>
                <c:pt idx="430">
                  <c:v>2508</c:v>
                </c:pt>
                <c:pt idx="431">
                  <c:v>733.5</c:v>
                </c:pt>
                <c:pt idx="432">
                  <c:v>2524.75</c:v>
                </c:pt>
                <c:pt idx="433">
                  <c:v>703.25</c:v>
                </c:pt>
                <c:pt idx="434">
                  <c:v>0.5</c:v>
                </c:pt>
                <c:pt idx="435">
                  <c:v>1496</c:v>
                </c:pt>
                <c:pt idx="436">
                  <c:v>481</c:v>
                </c:pt>
                <c:pt idx="437">
                  <c:v>4418</c:v>
                </c:pt>
                <c:pt idx="438">
                  <c:v>789</c:v>
                </c:pt>
                <c:pt idx="439">
                  <c:v>613</c:v>
                </c:pt>
                <c:pt idx="440">
                  <c:v>661.3333333</c:v>
                </c:pt>
                <c:pt idx="441">
                  <c:v>563.5</c:v>
                </c:pt>
                <c:pt idx="442">
                  <c:v>646.4285714</c:v>
                </c:pt>
                <c:pt idx="443">
                  <c:v>656.3333333</c:v>
                </c:pt>
                <c:pt idx="444">
                  <c:v>518</c:v>
                </c:pt>
                <c:pt idx="445">
                  <c:v>676.1428571</c:v>
                </c:pt>
                <c:pt idx="446">
                  <c:v>1157.666667</c:v>
                </c:pt>
                <c:pt idx="447">
                  <c:v>1362</c:v>
                </c:pt>
                <c:pt idx="448">
                  <c:v>695</c:v>
                </c:pt>
                <c:pt idx="449">
                  <c:v>604</c:v>
                </c:pt>
                <c:pt idx="450">
                  <c:v>4303</c:v>
                </c:pt>
                <c:pt idx="451">
                  <c:v>4523.285714</c:v>
                </c:pt>
                <c:pt idx="452">
                  <c:v>4550</c:v>
                </c:pt>
                <c:pt idx="453">
                  <c:v>1839.571429</c:v>
                </c:pt>
                <c:pt idx="454">
                  <c:v>997.2857143</c:v>
                </c:pt>
                <c:pt idx="455">
                  <c:v>2319</c:v>
                </c:pt>
                <c:pt idx="456">
                  <c:v>354.8571429</c:v>
                </c:pt>
                <c:pt idx="457">
                  <c:v>799.6666667</c:v>
                </c:pt>
                <c:pt idx="458">
                  <c:v>874</c:v>
                </c:pt>
                <c:pt idx="459">
                  <c:v>809.1428571</c:v>
                </c:pt>
                <c:pt idx="460">
                  <c:v>835</c:v>
                </c:pt>
                <c:pt idx="461">
                  <c:v>1034</c:v>
                </c:pt>
                <c:pt idx="462">
                  <c:v>1177.285714</c:v>
                </c:pt>
                <c:pt idx="463">
                  <c:v>1243</c:v>
                </c:pt>
                <c:pt idx="464">
                  <c:v>1009.5</c:v>
                </c:pt>
                <c:pt idx="465">
                  <c:v>843.25</c:v>
                </c:pt>
                <c:pt idx="466">
                  <c:v>4149</c:v>
                </c:pt>
                <c:pt idx="467">
                  <c:v>3704.714286</c:v>
                </c:pt>
                <c:pt idx="468">
                  <c:v>4319</c:v>
                </c:pt>
                <c:pt idx="469">
                  <c:v>427.7142857</c:v>
                </c:pt>
                <c:pt idx="470">
                  <c:v>2805.25</c:v>
                </c:pt>
                <c:pt idx="471">
                  <c:v>2272</c:v>
                </c:pt>
                <c:pt idx="472">
                  <c:v>2176.666667</c:v>
                </c:pt>
                <c:pt idx="473">
                  <c:v>1518.75</c:v>
                </c:pt>
                <c:pt idx="474">
                  <c:v>1185.285714</c:v>
                </c:pt>
                <c:pt idx="475">
                  <c:v>893.6666667</c:v>
                </c:pt>
                <c:pt idx="476">
                  <c:v>932.5</c:v>
                </c:pt>
                <c:pt idx="477">
                  <c:v>823.5</c:v>
                </c:pt>
                <c:pt idx="478">
                  <c:v>849.5</c:v>
                </c:pt>
                <c:pt idx="479">
                  <c:v>3242.25</c:v>
                </c:pt>
                <c:pt idx="480">
                  <c:v>2942.857143</c:v>
                </c:pt>
                <c:pt idx="481">
                  <c:v>1771.666667</c:v>
                </c:pt>
                <c:pt idx="482">
                  <c:v>1970.25</c:v>
                </c:pt>
                <c:pt idx="483">
                  <c:v>1715.714286</c:v>
                </c:pt>
                <c:pt idx="484">
                  <c:v>2199</c:v>
                </c:pt>
                <c:pt idx="485">
                  <c:v>1041.75</c:v>
                </c:pt>
                <c:pt idx="486">
                  <c:v>699.8571429</c:v>
                </c:pt>
                <c:pt idx="487">
                  <c:v>1301</c:v>
                </c:pt>
                <c:pt idx="488">
                  <c:v>1799</c:v>
                </c:pt>
                <c:pt idx="489">
                  <c:v>945.5</c:v>
                </c:pt>
                <c:pt idx="490">
                  <c:v>2016</c:v>
                </c:pt>
                <c:pt idx="491">
                  <c:v>1899</c:v>
                </c:pt>
                <c:pt idx="492">
                  <c:v>293.75</c:v>
                </c:pt>
                <c:pt idx="493">
                  <c:v>279.5714286</c:v>
                </c:pt>
                <c:pt idx="494">
                  <c:v>126.6666667</c:v>
                </c:pt>
                <c:pt idx="495">
                  <c:v>765</c:v>
                </c:pt>
                <c:pt idx="496">
                  <c:v>570</c:v>
                </c:pt>
                <c:pt idx="497">
                  <c:v>442</c:v>
                </c:pt>
                <c:pt idx="498">
                  <c:v>523.7142857</c:v>
                </c:pt>
                <c:pt idx="499">
                  <c:v>366</c:v>
                </c:pt>
                <c:pt idx="500">
                  <c:v>202.1428571</c:v>
                </c:pt>
                <c:pt idx="501">
                  <c:v>2229</c:v>
                </c:pt>
                <c:pt idx="502">
                  <c:v>2622</c:v>
                </c:pt>
                <c:pt idx="503">
                  <c:v>2448</c:v>
                </c:pt>
                <c:pt idx="504">
                  <c:v>2204.333333</c:v>
                </c:pt>
                <c:pt idx="505">
                  <c:v>734</c:v>
                </c:pt>
                <c:pt idx="506">
                  <c:v>791</c:v>
                </c:pt>
                <c:pt idx="507">
                  <c:v>985.3333333</c:v>
                </c:pt>
                <c:pt idx="508">
                  <c:v>4094</c:v>
                </c:pt>
                <c:pt idx="509">
                  <c:v>3949</c:v>
                </c:pt>
                <c:pt idx="510">
                  <c:v>4070.333333</c:v>
                </c:pt>
                <c:pt idx="511">
                  <c:v>2732.5</c:v>
                </c:pt>
                <c:pt idx="512">
                  <c:v>6755.5</c:v>
                </c:pt>
                <c:pt idx="513">
                  <c:v>6582.142857</c:v>
                </c:pt>
                <c:pt idx="514">
                  <c:v>6477</c:v>
                </c:pt>
                <c:pt idx="515">
                  <c:v>1293</c:v>
                </c:pt>
                <c:pt idx="516">
                  <c:v>1016.285714</c:v>
                </c:pt>
                <c:pt idx="517">
                  <c:v>1072.666667</c:v>
                </c:pt>
                <c:pt idx="518">
                  <c:v>14126</c:v>
                </c:pt>
                <c:pt idx="519">
                  <c:v>2403.5</c:v>
                </c:pt>
                <c:pt idx="520">
                  <c:v>1505</c:v>
                </c:pt>
                <c:pt idx="521">
                  <c:v>3235.5</c:v>
                </c:pt>
                <c:pt idx="522">
                  <c:v>1666.75</c:v>
                </c:pt>
                <c:pt idx="523">
                  <c:v>1303</c:v>
                </c:pt>
                <c:pt idx="524">
                  <c:v>1331.666667</c:v>
                </c:pt>
                <c:pt idx="525">
                  <c:v>1506</c:v>
                </c:pt>
                <c:pt idx="526">
                  <c:v>1774</c:v>
                </c:pt>
                <c:pt idx="527">
                  <c:v>1946.5</c:v>
                </c:pt>
                <c:pt idx="528">
                  <c:v>2921</c:v>
                </c:pt>
                <c:pt idx="529">
                  <c:v>2509.714286</c:v>
                </c:pt>
                <c:pt idx="530">
                  <c:v>2388.666667</c:v>
                </c:pt>
                <c:pt idx="531">
                  <c:v>972.5</c:v>
                </c:pt>
                <c:pt idx="532">
                  <c:v>884.7142857</c:v>
                </c:pt>
                <c:pt idx="533">
                  <c:v>999</c:v>
                </c:pt>
                <c:pt idx="534">
                  <c:v>597.5</c:v>
                </c:pt>
                <c:pt idx="535">
                  <c:v>1308.5</c:v>
                </c:pt>
                <c:pt idx="536">
                  <c:v>2371</c:v>
                </c:pt>
                <c:pt idx="537">
                  <c:v>1373</c:v>
                </c:pt>
                <c:pt idx="538">
                  <c:v>2482.75</c:v>
                </c:pt>
                <c:pt idx="539">
                  <c:v>385.5</c:v>
                </c:pt>
                <c:pt idx="540">
                  <c:v>3412.75</c:v>
                </c:pt>
                <c:pt idx="541">
                  <c:v>6051.5</c:v>
                </c:pt>
                <c:pt idx="542">
                  <c:v>6118.571429</c:v>
                </c:pt>
                <c:pt idx="543">
                  <c:v>5633.666667</c:v>
                </c:pt>
                <c:pt idx="544">
                  <c:v>1061.5</c:v>
                </c:pt>
                <c:pt idx="545">
                  <c:v>2450</c:v>
                </c:pt>
                <c:pt idx="546">
                  <c:v>1103</c:v>
                </c:pt>
                <c:pt idx="547">
                  <c:v>1253</c:v>
                </c:pt>
                <c:pt idx="548">
                  <c:v>843.4285714</c:v>
                </c:pt>
                <c:pt idx="549">
                  <c:v>1923.714286</c:v>
                </c:pt>
                <c:pt idx="550">
                  <c:v>4409.25</c:v>
                </c:pt>
                <c:pt idx="551">
                  <c:v>869.75</c:v>
                </c:pt>
                <c:pt idx="552">
                  <c:v>1163</c:v>
                </c:pt>
                <c:pt idx="553">
                  <c:v>817.1428571</c:v>
                </c:pt>
                <c:pt idx="554">
                  <c:v>737</c:v>
                </c:pt>
                <c:pt idx="555">
                  <c:v>485.25</c:v>
                </c:pt>
                <c:pt idx="556">
                  <c:v>507.8571429</c:v>
                </c:pt>
                <c:pt idx="557">
                  <c:v>699.6666667</c:v>
                </c:pt>
                <c:pt idx="558">
                  <c:v>6106</c:v>
                </c:pt>
                <c:pt idx="559">
                  <c:v>5651.857143</c:v>
                </c:pt>
                <c:pt idx="560">
                  <c:v>5942</c:v>
                </c:pt>
                <c:pt idx="561">
                  <c:v>2968.5</c:v>
                </c:pt>
                <c:pt idx="562">
                  <c:v>836</c:v>
                </c:pt>
                <c:pt idx="563">
                  <c:v>505</c:v>
                </c:pt>
                <c:pt idx="564">
                  <c:v>3604</c:v>
                </c:pt>
                <c:pt idx="565">
                  <c:v>3718.285714</c:v>
                </c:pt>
                <c:pt idx="566">
                  <c:v>4122</c:v>
                </c:pt>
                <c:pt idx="567">
                  <c:v>697.5</c:v>
                </c:pt>
                <c:pt idx="568">
                  <c:v>713.2857143</c:v>
                </c:pt>
                <c:pt idx="569">
                  <c:v>740.3333333</c:v>
                </c:pt>
                <c:pt idx="570">
                  <c:v>1359.5</c:v>
                </c:pt>
                <c:pt idx="571">
                  <c:v>1125.142857</c:v>
                </c:pt>
                <c:pt idx="572">
                  <c:v>1237.333333</c:v>
                </c:pt>
                <c:pt idx="573">
                  <c:v>303</c:v>
                </c:pt>
                <c:pt idx="574">
                  <c:v>1718</c:v>
                </c:pt>
                <c:pt idx="575">
                  <c:v>3736.25</c:v>
                </c:pt>
                <c:pt idx="576">
                  <c:v>1669.75</c:v>
                </c:pt>
                <c:pt idx="577">
                  <c:v>1389.428571</c:v>
                </c:pt>
                <c:pt idx="578">
                  <c:v>1397.333333</c:v>
                </c:pt>
                <c:pt idx="579">
                  <c:v>1349.75</c:v>
                </c:pt>
                <c:pt idx="580">
                  <c:v>1130.142857</c:v>
                </c:pt>
                <c:pt idx="581">
                  <c:v>1246</c:v>
                </c:pt>
                <c:pt idx="582">
                  <c:v>2585</c:v>
                </c:pt>
                <c:pt idx="583">
                  <c:v>2172</c:v>
                </c:pt>
                <c:pt idx="584">
                  <c:v>2016.5</c:v>
                </c:pt>
                <c:pt idx="585">
                  <c:v>2431</c:v>
                </c:pt>
                <c:pt idx="586">
                  <c:v>2445</c:v>
                </c:pt>
                <c:pt idx="587">
                  <c:v>3603</c:v>
                </c:pt>
                <c:pt idx="588">
                  <c:v>3129.714286</c:v>
                </c:pt>
                <c:pt idx="589">
                  <c:v>2846.333333</c:v>
                </c:pt>
                <c:pt idx="590">
                  <c:v>3338.571429</c:v>
                </c:pt>
                <c:pt idx="591">
                  <c:v>3369.5</c:v>
                </c:pt>
                <c:pt idx="592">
                  <c:v>3120.25</c:v>
                </c:pt>
                <c:pt idx="593">
                  <c:v>3415.75</c:v>
                </c:pt>
                <c:pt idx="594">
                  <c:v>3687.142857</c:v>
                </c:pt>
                <c:pt idx="595">
                  <c:v>4083.666667</c:v>
                </c:pt>
                <c:pt idx="596">
                  <c:v>716</c:v>
                </c:pt>
                <c:pt idx="597">
                  <c:v>727.5714286</c:v>
                </c:pt>
                <c:pt idx="598">
                  <c:v>438.6666667</c:v>
                </c:pt>
                <c:pt idx="599">
                  <c:v>1825.5</c:v>
                </c:pt>
                <c:pt idx="600">
                  <c:v>1088.571429</c:v>
                </c:pt>
                <c:pt idx="601">
                  <c:v>1060.666667</c:v>
                </c:pt>
                <c:pt idx="602">
                  <c:v>452.5</c:v>
                </c:pt>
                <c:pt idx="603">
                  <c:v>322.2857143</c:v>
                </c:pt>
                <c:pt idx="604">
                  <c:v>334</c:v>
                </c:pt>
                <c:pt idx="605">
                  <c:v>407.25</c:v>
                </c:pt>
                <c:pt idx="606">
                  <c:v>287</c:v>
                </c:pt>
                <c:pt idx="607">
                  <c:v>304.6666667</c:v>
                </c:pt>
                <c:pt idx="608">
                  <c:v>687.25</c:v>
                </c:pt>
                <c:pt idx="609">
                  <c:v>1919.25</c:v>
                </c:pt>
                <c:pt idx="610">
                  <c:v>536</c:v>
                </c:pt>
                <c:pt idx="611">
                  <c:v>612</c:v>
                </c:pt>
                <c:pt idx="612">
                  <c:v>2699.5</c:v>
                </c:pt>
                <c:pt idx="613">
                  <c:v>1389</c:v>
                </c:pt>
                <c:pt idx="614">
                  <c:v>1899.5</c:v>
                </c:pt>
                <c:pt idx="615">
                  <c:v>6917</c:v>
                </c:pt>
                <c:pt idx="616">
                  <c:v>5675.857143</c:v>
                </c:pt>
                <c:pt idx="617">
                  <c:v>6106.333333</c:v>
                </c:pt>
                <c:pt idx="618">
                  <c:v>1232.5</c:v>
                </c:pt>
                <c:pt idx="619">
                  <c:v>1457.714286</c:v>
                </c:pt>
                <c:pt idx="620">
                  <c:v>1301.666667</c:v>
                </c:pt>
                <c:pt idx="621">
                  <c:v>3523.25</c:v>
                </c:pt>
                <c:pt idx="622">
                  <c:v>2958.142857</c:v>
                </c:pt>
                <c:pt idx="623">
                  <c:v>3088.333333</c:v>
                </c:pt>
                <c:pt idx="624">
                  <c:v>1569.25</c:v>
                </c:pt>
                <c:pt idx="625">
                  <c:v>1132</c:v>
                </c:pt>
                <c:pt idx="626">
                  <c:v>1312.666667</c:v>
                </c:pt>
                <c:pt idx="627">
                  <c:v>1050</c:v>
                </c:pt>
                <c:pt idx="628">
                  <c:v>1520.142857</c:v>
                </c:pt>
                <c:pt idx="629">
                  <c:v>1368</c:v>
                </c:pt>
                <c:pt idx="630">
                  <c:v>882</c:v>
                </c:pt>
                <c:pt idx="631">
                  <c:v>913</c:v>
                </c:pt>
                <c:pt idx="632">
                  <c:v>952</c:v>
                </c:pt>
                <c:pt idx="633">
                  <c:v>2583.5</c:v>
                </c:pt>
                <c:pt idx="634">
                  <c:v>825</c:v>
                </c:pt>
                <c:pt idx="635">
                  <c:v>1122</c:v>
                </c:pt>
                <c:pt idx="636">
                  <c:v>507.3333333</c:v>
                </c:pt>
                <c:pt idx="637">
                  <c:v>1836.5</c:v>
                </c:pt>
                <c:pt idx="638">
                  <c:v>1720.571429</c:v>
                </c:pt>
                <c:pt idx="639">
                  <c:v>1322.666667</c:v>
                </c:pt>
                <c:pt idx="640">
                  <c:v>144.5</c:v>
                </c:pt>
                <c:pt idx="641">
                  <c:v>164.4285714</c:v>
                </c:pt>
                <c:pt idx="642">
                  <c:v>190.6666667</c:v>
                </c:pt>
                <c:pt idx="643">
                  <c:v>1114.25</c:v>
                </c:pt>
                <c:pt idx="644">
                  <c:v>1525.5</c:v>
                </c:pt>
                <c:pt idx="645">
                  <c:v>1018</c:v>
                </c:pt>
                <c:pt idx="646">
                  <c:v>2030.5</c:v>
                </c:pt>
                <c:pt idx="647">
                  <c:v>1398.25</c:v>
                </c:pt>
                <c:pt idx="648">
                  <c:v>1313.571429</c:v>
                </c:pt>
                <c:pt idx="649">
                  <c:v>1334.333333</c:v>
                </c:pt>
                <c:pt idx="650">
                  <c:v>1237.5</c:v>
                </c:pt>
                <c:pt idx="651">
                  <c:v>694.5714286</c:v>
                </c:pt>
                <c:pt idx="652">
                  <c:v>811.3333333</c:v>
                </c:pt>
                <c:pt idx="653">
                  <c:v>4593</c:v>
                </c:pt>
                <c:pt idx="654">
                  <c:v>1884.5</c:v>
                </c:pt>
                <c:pt idx="655">
                  <c:v>1576.571429</c:v>
                </c:pt>
                <c:pt idx="656">
                  <c:v>1723.333333</c:v>
                </c:pt>
                <c:pt idx="657">
                  <c:v>338.5</c:v>
                </c:pt>
                <c:pt idx="658">
                  <c:v>242.7142857</c:v>
                </c:pt>
                <c:pt idx="659">
                  <c:v>252.3333333</c:v>
                </c:pt>
                <c:pt idx="660">
                  <c:v>1167.25</c:v>
                </c:pt>
                <c:pt idx="661">
                  <c:v>1009.285714</c:v>
                </c:pt>
                <c:pt idx="662">
                  <c:v>1206</c:v>
                </c:pt>
                <c:pt idx="663">
                  <c:v>3362.5</c:v>
                </c:pt>
                <c:pt idx="664">
                  <c:v>3197.75</c:v>
                </c:pt>
                <c:pt idx="665">
                  <c:v>493.4285714</c:v>
                </c:pt>
                <c:pt idx="666">
                  <c:v>4383.142857</c:v>
                </c:pt>
                <c:pt idx="667">
                  <c:v>9688</c:v>
                </c:pt>
                <c:pt idx="668">
                  <c:v>4664.5</c:v>
                </c:pt>
                <c:pt idx="669">
                  <c:v>4743</c:v>
                </c:pt>
                <c:pt idx="670">
                  <c:v>4415.571429</c:v>
                </c:pt>
                <c:pt idx="671">
                  <c:v>4512</c:v>
                </c:pt>
                <c:pt idx="672">
                  <c:v>5069.285714</c:v>
                </c:pt>
                <c:pt idx="673">
                  <c:v>1339</c:v>
                </c:pt>
                <c:pt idx="674">
                  <c:v>3236.5</c:v>
                </c:pt>
                <c:pt idx="675">
                  <c:v>1619.5</c:v>
                </c:pt>
                <c:pt idx="676">
                  <c:v>968</c:v>
                </c:pt>
                <c:pt idx="677">
                  <c:v>2303</c:v>
                </c:pt>
                <c:pt idx="678">
                  <c:v>1365</c:v>
                </c:pt>
                <c:pt idx="679">
                  <c:v>383</c:v>
                </c:pt>
                <c:pt idx="680">
                  <c:v>1737.5</c:v>
                </c:pt>
                <c:pt idx="681">
                  <c:v>466</c:v>
                </c:pt>
                <c:pt idx="682">
                  <c:v>903.8571429</c:v>
                </c:pt>
                <c:pt idx="683">
                  <c:v>969.6666667</c:v>
                </c:pt>
                <c:pt idx="684">
                  <c:v>2128.25</c:v>
                </c:pt>
                <c:pt idx="685">
                  <c:v>3755.5</c:v>
                </c:pt>
                <c:pt idx="686">
                  <c:v>101.5</c:v>
                </c:pt>
                <c:pt idx="687">
                  <c:v>1477</c:v>
                </c:pt>
                <c:pt idx="688">
                  <c:v>68</c:v>
                </c:pt>
                <c:pt idx="689">
                  <c:v>65.28571429</c:v>
                </c:pt>
                <c:pt idx="690">
                  <c:v>109</c:v>
                </c:pt>
                <c:pt idx="691">
                  <c:v>359.25</c:v>
                </c:pt>
                <c:pt idx="692">
                  <c:v>1740.5</c:v>
                </c:pt>
                <c:pt idx="693">
                  <c:v>62.5</c:v>
                </c:pt>
                <c:pt idx="694">
                  <c:v>22.71428571</c:v>
                </c:pt>
                <c:pt idx="695">
                  <c:v>22.66666667</c:v>
                </c:pt>
                <c:pt idx="696">
                  <c:v>4418.25</c:v>
                </c:pt>
                <c:pt idx="697">
                  <c:v>3777.571429</c:v>
                </c:pt>
                <c:pt idx="698">
                  <c:v>3742.666667</c:v>
                </c:pt>
                <c:pt idx="699">
                  <c:v>693.5</c:v>
                </c:pt>
                <c:pt idx="700">
                  <c:v>774.1428571</c:v>
                </c:pt>
                <c:pt idx="701">
                  <c:v>931</c:v>
                </c:pt>
                <c:pt idx="702">
                  <c:v>808</c:v>
                </c:pt>
                <c:pt idx="703">
                  <c:v>1999.5</c:v>
                </c:pt>
                <c:pt idx="704">
                  <c:v>1157.5</c:v>
                </c:pt>
                <c:pt idx="705">
                  <c:v>307</c:v>
                </c:pt>
                <c:pt idx="706">
                  <c:v>910.5</c:v>
                </c:pt>
                <c:pt idx="707">
                  <c:v>727.7142857</c:v>
                </c:pt>
                <c:pt idx="708">
                  <c:v>543.3333333</c:v>
                </c:pt>
                <c:pt idx="709">
                  <c:v>4833</c:v>
                </c:pt>
                <c:pt idx="710">
                  <c:v>5756.571429</c:v>
                </c:pt>
                <c:pt idx="711">
                  <c:v>6815.666667</c:v>
                </c:pt>
                <c:pt idx="712">
                  <c:v>1602</c:v>
                </c:pt>
                <c:pt idx="713">
                  <c:v>1457.571429</c:v>
                </c:pt>
                <c:pt idx="714">
                  <c:v>1502.666667</c:v>
                </c:pt>
                <c:pt idx="715">
                  <c:v>3459.5</c:v>
                </c:pt>
                <c:pt idx="716">
                  <c:v>3091.571429</c:v>
                </c:pt>
                <c:pt idx="717">
                  <c:v>3332.666667</c:v>
                </c:pt>
                <c:pt idx="718">
                  <c:v>855.5</c:v>
                </c:pt>
                <c:pt idx="719">
                  <c:v>1001.857143</c:v>
                </c:pt>
                <c:pt idx="720">
                  <c:v>1316.333333</c:v>
                </c:pt>
              </c:numCache>
            </c:numRef>
          </c:yVal>
        </c:ser>
        <c:ser>
          <c:idx val="1"/>
          <c:order val="1"/>
          <c:tx>
            <c:v>Equal to baseline</c:v>
          </c:tx>
          <c:spPr>
            <a:solidFill>
              <a:srgbClr val="9CAAB0"/>
            </a:solidFill>
            <a:ln w="9525">
              <a:solidFill>
                <a:srgbClr val="8A9AA2"/>
              </a:solidFill>
              <a:prstDash val="dash"/>
            </a:ln>
          </c:spPr>
          <c:marker>
            <c:symbol val="dot"/>
            <c:size val="2"/>
            <c:spPr>
              <a:solidFill>
                <a:srgbClr val="9CAAB0"/>
              </a:solidFill>
              <a:ln>
                <a:noFill/>
              </a:ln>
            </c:spPr>
          </c:marker>
          <c:xVal>
            <c:numRef>
              <c:f>'Chart Data'!$C$2:$C$62</c:f>
              <c:numCache>
                <c:formatCode>General</c:formatCode>
                <c:ptCount val="61"/>
                <c:pt idx="0">
                  <c:v>0</c:v>
                </c:pt>
                <c:pt idx="1">
                  <c:v>250.989375</c:v>
                </c:pt>
                <c:pt idx="2">
                  <c:v>501.97875</c:v>
                </c:pt>
                <c:pt idx="3">
                  <c:v>752.968125</c:v>
                </c:pt>
                <c:pt idx="4">
                  <c:v>1003.9575</c:v>
                </c:pt>
                <c:pt idx="5">
                  <c:v>1254.946875</c:v>
                </c:pt>
                <c:pt idx="6">
                  <c:v>1505.93625</c:v>
                </c:pt>
                <c:pt idx="7">
                  <c:v>1756.925625</c:v>
                </c:pt>
                <c:pt idx="8">
                  <c:v>2007.915</c:v>
                </c:pt>
                <c:pt idx="9">
                  <c:v>2258.904375</c:v>
                </c:pt>
                <c:pt idx="10">
                  <c:v>2509.89375</c:v>
                </c:pt>
                <c:pt idx="11">
                  <c:v>2760.883125</c:v>
                </c:pt>
                <c:pt idx="12">
                  <c:v>3011.8725</c:v>
                </c:pt>
                <c:pt idx="13">
                  <c:v>3262.861875</c:v>
                </c:pt>
                <c:pt idx="14">
                  <c:v>3513.85125</c:v>
                </c:pt>
                <c:pt idx="15">
                  <c:v>3764.840625</c:v>
                </c:pt>
                <c:pt idx="16">
                  <c:v>4015.83</c:v>
                </c:pt>
                <c:pt idx="17">
                  <c:v>4266.819375</c:v>
                </c:pt>
                <c:pt idx="18">
                  <c:v>4517.80875</c:v>
                </c:pt>
                <c:pt idx="19">
                  <c:v>4768.798125</c:v>
                </c:pt>
                <c:pt idx="20">
                  <c:v>5019.7875</c:v>
                </c:pt>
                <c:pt idx="21">
                  <c:v>5270.776875</c:v>
                </c:pt>
                <c:pt idx="22">
                  <c:v>5521.76625</c:v>
                </c:pt>
                <c:pt idx="23">
                  <c:v>5772.755625</c:v>
                </c:pt>
                <c:pt idx="24">
                  <c:v>6023.745</c:v>
                </c:pt>
                <c:pt idx="25">
                  <c:v>6274.734375</c:v>
                </c:pt>
                <c:pt idx="26">
                  <c:v>6525.72375</c:v>
                </c:pt>
                <c:pt idx="27">
                  <c:v>6776.713125</c:v>
                </c:pt>
                <c:pt idx="28">
                  <c:v>7027.7025</c:v>
                </c:pt>
                <c:pt idx="29">
                  <c:v>7278.691875</c:v>
                </c:pt>
                <c:pt idx="30">
                  <c:v>7529.68125</c:v>
                </c:pt>
                <c:pt idx="31">
                  <c:v>7780.670625</c:v>
                </c:pt>
                <c:pt idx="32">
                  <c:v>8031.66</c:v>
                </c:pt>
                <c:pt idx="33">
                  <c:v>8282.649375</c:v>
                </c:pt>
                <c:pt idx="34">
                  <c:v>8533.63875</c:v>
                </c:pt>
                <c:pt idx="35">
                  <c:v>8784.628125</c:v>
                </c:pt>
                <c:pt idx="36">
                  <c:v>9035.6175</c:v>
                </c:pt>
                <c:pt idx="37">
                  <c:v>9286.606875</c:v>
                </c:pt>
                <c:pt idx="38">
                  <c:v>9537.59625</c:v>
                </c:pt>
                <c:pt idx="39">
                  <c:v>9788.585625</c:v>
                </c:pt>
                <c:pt idx="40">
                  <c:v>10039.575</c:v>
                </c:pt>
                <c:pt idx="41">
                  <c:v>10290.56437</c:v>
                </c:pt>
                <c:pt idx="42">
                  <c:v>10541.55375</c:v>
                </c:pt>
                <c:pt idx="43">
                  <c:v>10792.54313</c:v>
                </c:pt>
                <c:pt idx="44">
                  <c:v>11043.5325</c:v>
                </c:pt>
                <c:pt idx="45">
                  <c:v>11294.52188</c:v>
                </c:pt>
                <c:pt idx="46">
                  <c:v>11545.51125</c:v>
                </c:pt>
                <c:pt idx="47">
                  <c:v>11796.50063</c:v>
                </c:pt>
                <c:pt idx="48">
                  <c:v>12047.49</c:v>
                </c:pt>
                <c:pt idx="49">
                  <c:v>12298.47938</c:v>
                </c:pt>
                <c:pt idx="50">
                  <c:v>12549.46875</c:v>
                </c:pt>
                <c:pt idx="51">
                  <c:v>12800.45813</c:v>
                </c:pt>
                <c:pt idx="52">
                  <c:v>13051.4475</c:v>
                </c:pt>
                <c:pt idx="53">
                  <c:v>13302.43688</c:v>
                </c:pt>
                <c:pt idx="54">
                  <c:v>13553.42625</c:v>
                </c:pt>
                <c:pt idx="55">
                  <c:v>13804.41563</c:v>
                </c:pt>
                <c:pt idx="56">
                  <c:v>14055.405</c:v>
                </c:pt>
                <c:pt idx="57">
                  <c:v>14306.39438</c:v>
                </c:pt>
                <c:pt idx="58">
                  <c:v>14557.38375</c:v>
                </c:pt>
                <c:pt idx="59">
                  <c:v>14808.37313</c:v>
                </c:pt>
                <c:pt idx="60">
                  <c:v>15059.3625</c:v>
                </c:pt>
              </c:numCache>
            </c:numRef>
          </c:xVal>
          <c:yVal>
            <c:numRef>
              <c:f>'Chart Data'!$D$2:$D$62</c:f>
              <c:numCache>
                <c:formatCode>#,##0.0</c:formatCode>
                <c:ptCount val="61"/>
                <c:pt idx="0">
                  <c:v>0</c:v>
                </c:pt>
                <c:pt idx="1">
                  <c:v>250.989375</c:v>
                </c:pt>
                <c:pt idx="2">
                  <c:v>501.97875</c:v>
                </c:pt>
                <c:pt idx="3">
                  <c:v>752.968125</c:v>
                </c:pt>
                <c:pt idx="4">
                  <c:v>1003.9575</c:v>
                </c:pt>
                <c:pt idx="5">
                  <c:v>1254.946875</c:v>
                </c:pt>
                <c:pt idx="6">
                  <c:v>1505.93625</c:v>
                </c:pt>
                <c:pt idx="7">
                  <c:v>1756.925625</c:v>
                </c:pt>
                <c:pt idx="8">
                  <c:v>2007.915</c:v>
                </c:pt>
                <c:pt idx="9">
                  <c:v>2258.904375</c:v>
                </c:pt>
                <c:pt idx="10">
                  <c:v>2509.89375</c:v>
                </c:pt>
                <c:pt idx="11">
                  <c:v>2760.883125</c:v>
                </c:pt>
                <c:pt idx="12">
                  <c:v>3011.8725</c:v>
                </c:pt>
                <c:pt idx="13">
                  <c:v>3262.861875</c:v>
                </c:pt>
                <c:pt idx="14">
                  <c:v>3513.85125</c:v>
                </c:pt>
                <c:pt idx="15">
                  <c:v>3764.840625</c:v>
                </c:pt>
                <c:pt idx="16">
                  <c:v>4015.83</c:v>
                </c:pt>
                <c:pt idx="17">
                  <c:v>4266.819375</c:v>
                </c:pt>
                <c:pt idx="18">
                  <c:v>4517.80875</c:v>
                </c:pt>
                <c:pt idx="19">
                  <c:v>4768.798125</c:v>
                </c:pt>
                <c:pt idx="20">
                  <c:v>5019.7875</c:v>
                </c:pt>
                <c:pt idx="21">
                  <c:v>5270.776875</c:v>
                </c:pt>
                <c:pt idx="22">
                  <c:v>5521.76625</c:v>
                </c:pt>
                <c:pt idx="23">
                  <c:v>5772.755625</c:v>
                </c:pt>
                <c:pt idx="24">
                  <c:v>6023.745</c:v>
                </c:pt>
                <c:pt idx="25">
                  <c:v>6274.734375</c:v>
                </c:pt>
                <c:pt idx="26">
                  <c:v>6525.72375</c:v>
                </c:pt>
                <c:pt idx="27">
                  <c:v>6776.713125</c:v>
                </c:pt>
                <c:pt idx="28">
                  <c:v>7027.7025</c:v>
                </c:pt>
                <c:pt idx="29">
                  <c:v>7278.691875</c:v>
                </c:pt>
                <c:pt idx="30">
                  <c:v>7529.68125</c:v>
                </c:pt>
                <c:pt idx="31">
                  <c:v>7780.670625</c:v>
                </c:pt>
                <c:pt idx="32">
                  <c:v>8031.66</c:v>
                </c:pt>
                <c:pt idx="33">
                  <c:v>8282.649375</c:v>
                </c:pt>
                <c:pt idx="34">
                  <c:v>8533.63875</c:v>
                </c:pt>
                <c:pt idx="35">
                  <c:v>8784.628125</c:v>
                </c:pt>
                <c:pt idx="36">
                  <c:v>9035.6175</c:v>
                </c:pt>
                <c:pt idx="37">
                  <c:v>9286.606875</c:v>
                </c:pt>
                <c:pt idx="38">
                  <c:v>9537.59625</c:v>
                </c:pt>
                <c:pt idx="39">
                  <c:v>9788.585625</c:v>
                </c:pt>
                <c:pt idx="40">
                  <c:v>10039.575</c:v>
                </c:pt>
                <c:pt idx="41">
                  <c:v>10290.56437</c:v>
                </c:pt>
                <c:pt idx="42">
                  <c:v>10541.55375</c:v>
                </c:pt>
                <c:pt idx="43">
                  <c:v>10792.54313</c:v>
                </c:pt>
                <c:pt idx="44">
                  <c:v>11043.5325</c:v>
                </c:pt>
                <c:pt idx="45">
                  <c:v>11294.52188</c:v>
                </c:pt>
                <c:pt idx="46">
                  <c:v>11545.51125</c:v>
                </c:pt>
                <c:pt idx="47">
                  <c:v>11796.50063</c:v>
                </c:pt>
                <c:pt idx="48">
                  <c:v>12047.49</c:v>
                </c:pt>
                <c:pt idx="49">
                  <c:v>12298.47938</c:v>
                </c:pt>
                <c:pt idx="50">
                  <c:v>12549.46875</c:v>
                </c:pt>
                <c:pt idx="51">
                  <c:v>12800.45813</c:v>
                </c:pt>
                <c:pt idx="52">
                  <c:v>13051.4475</c:v>
                </c:pt>
                <c:pt idx="53">
                  <c:v>13302.43688</c:v>
                </c:pt>
                <c:pt idx="54">
                  <c:v>13553.42625</c:v>
                </c:pt>
                <c:pt idx="55">
                  <c:v>13804.41563</c:v>
                </c:pt>
                <c:pt idx="56">
                  <c:v>14055.405</c:v>
                </c:pt>
                <c:pt idx="57">
                  <c:v>14306.39438</c:v>
                </c:pt>
                <c:pt idx="58">
                  <c:v>14557.38375</c:v>
                </c:pt>
                <c:pt idx="59">
                  <c:v>14808.37313</c:v>
                </c:pt>
                <c:pt idx="60">
                  <c:v>15059.3625</c:v>
                </c:pt>
              </c:numCache>
            </c:numRef>
          </c:y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5059.362500000001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After: median vehicles/hour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</c:valAx>
      <c:valAx>
        <c:axId val="48650112"/>
        <c:scaling>
          <c:orientation val="minMax"/>
          <c:max val="15059.362500000001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Before: median vehicles/hour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During</c:v>
          </c:tx>
          <c:spPr>
            <a:solidFill>
              <a:srgbClr val="D58A36"/>
            </a:solidFill>
            <a:ln w="0">
              <a:solidFill>
                <a:srgbClr val="D58A36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&lt;50</c:v>
                </c:pt>
                <c:pt idx="1">
                  <c:v>50–&lt;80</c:v>
                </c:pt>
                <c:pt idx="2">
                  <c:v>80–&lt;100</c:v>
                </c:pt>
                <c:pt idx="3">
                  <c:v>100–&lt;120</c:v>
                </c:pt>
                <c:pt idx="4">
                  <c:v>120–&lt;150</c:v>
                </c:pt>
                <c:pt idx="5">
                  <c:v>150–&lt;200</c:v>
                </c:pt>
                <c:pt idx="6">
                  <c:v>≥200</c:v>
                </c:pt>
              </c:strCache>
            </c:strRef>
          </c:cat>
          <c:val>
            <c:numRef>
              <c:f>'Chart Data'!$B$2:$B$8</c:f>
              <c:numCache>
                <c:formatCode>#,##0.0</c:formatCode>
                <c:ptCount val="7"/>
                <c:pt idx="0">
                  <c:v>28</c:v>
                </c:pt>
                <c:pt idx="1">
                  <c:v>175</c:v>
                </c:pt>
                <c:pt idx="2">
                  <c:v>262</c:v>
                </c:pt>
                <c:pt idx="3">
                  <c:v>143</c:v>
                </c:pt>
                <c:pt idx="4">
                  <c:v>85</c:v>
                </c:pt>
                <c:pt idx="5">
                  <c:v>24</c:v>
                </c:pt>
                <c:pt idx="6">
                  <c:v>4</c:v>
                </c:pt>
              </c:numCache>
            </c:numRef>
          </c:val>
        </c:ser>
        <c:ser>
          <c:idx val="1"/>
          <c:order val="1"/>
          <c:tx>
            <c:v>After</c:v>
          </c:tx>
          <c:spPr>
            <a:solidFill>
              <a:srgbClr val="178778"/>
            </a:solidFill>
            <a:ln w="0">
              <a:solidFill>
                <a:srgbClr val="178778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&lt;50</c:v>
                </c:pt>
                <c:pt idx="1">
                  <c:v>50–&lt;80</c:v>
                </c:pt>
                <c:pt idx="2">
                  <c:v>80–&lt;100</c:v>
                </c:pt>
                <c:pt idx="3">
                  <c:v>100–&lt;120</c:v>
                </c:pt>
                <c:pt idx="4">
                  <c:v>120–&lt;150</c:v>
                </c:pt>
                <c:pt idx="5">
                  <c:v>150–&lt;200</c:v>
                </c:pt>
                <c:pt idx="6">
                  <c:v>≥200</c:v>
                </c:pt>
              </c:strCache>
            </c:strRef>
          </c:cat>
          <c:val>
            <c:numRef>
              <c:f>'Chart Data'!$D$2:$D$8</c:f>
              <c:numCache>
                <c:formatCode>#,##0.0</c:formatCode>
                <c:ptCount val="7"/>
                <c:pt idx="0">
                  <c:v>51</c:v>
                </c:pt>
                <c:pt idx="1">
                  <c:v>181</c:v>
                </c:pt>
                <c:pt idx="2">
                  <c:v>239</c:v>
                </c:pt>
                <c:pt idx="3">
                  <c:v>127</c:v>
                </c:pt>
                <c:pt idx="4">
                  <c:v>75</c:v>
                </c:pt>
                <c:pt idx="5">
                  <c:v>33</c:v>
                </c:pt>
                <c:pt idx="6">
                  <c:v>15</c:v>
                </c:pt>
              </c:numCache>
            </c:numRef>
          </c: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Matched units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Matched units</c:v>
          </c:tx>
          <c:spPr>
            <a:solidFill>
              <a:srgbClr val="178778"/>
            </a:solidFill>
            <a:ln w="0">
              <a:solidFill>
                <a:srgbClr val="178778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D&lt;100 / A&lt;100</c:v>
                </c:pt>
                <c:pt idx="1">
                  <c:v>D&lt;100 / A≥100</c:v>
                </c:pt>
                <c:pt idx="2">
                  <c:v>D≥100 / A&lt;100</c:v>
                </c:pt>
                <c:pt idx="3">
                  <c:v>D≥100 / A≥100</c:v>
                </c:pt>
              </c:strCache>
            </c:strRef>
          </c:cat>
          <c:val>
            <c:numRef>
              <c:f>'Chart Data'!$B$2:$B$5</c:f>
              <c:numCache>
                <c:formatCode>#,##0.0</c:formatCode>
                <c:ptCount val="4"/>
                <c:pt idx="0">
                  <c:v>353</c:v>
                </c:pt>
                <c:pt idx="1">
                  <c:v>112</c:v>
                </c:pt>
                <c:pt idx="2">
                  <c:v>118</c:v>
                </c:pt>
                <c:pt idx="3">
                  <c:v>138</c:v>
                </c:pt>
              </c:numCache>
            </c:numRef>
          </c:val>
        </c:ser>
        <c:dLbls>
          <c:numFmt formatCode="#,##0.0" sourceLinked="0"/>
          <c:txPr>
            <a:bodyPr anchorCtr="1"/>
            <a:lstStyle/>
            <a:p>
              <a:pPr>
                <a:defRPr sz="1500" b="1">
                  <a:solidFill>
                    <a:srgbClr val="17323B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Matched units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Before</c:v>
          </c:tx>
          <c:spPr>
            <a:solidFill>
              <a:srgbClr val="557C9B"/>
            </a:solidFill>
            <a:ln w="0">
              <a:solidFill>
                <a:srgbClr val="557C9B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07:00-09:00
n=377</c:v>
                </c:pt>
                <c:pt idx="1">
                  <c:v>09:00-16:00
n=188</c:v>
                </c:pt>
                <c:pt idx="2">
                  <c:v>16:00-19:00
n=156</c:v>
                </c:pt>
              </c:strCache>
            </c:strRef>
          </c:cat>
          <c:val>
            <c:numRef>
              <c:f>'Chart Data'!$B$2:$B$4</c:f>
              <c:numCache>
                <c:formatCode>#,##0.0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v>During</c:v>
          </c:tx>
          <c:spPr>
            <a:solidFill>
              <a:srgbClr val="D58A36"/>
            </a:solidFill>
            <a:ln w="0">
              <a:solidFill>
                <a:srgbClr val="D58A36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07:00-09:00
n=377</c:v>
                </c:pt>
                <c:pt idx="1">
                  <c:v>09:00-16:00
n=188</c:v>
                </c:pt>
                <c:pt idx="2">
                  <c:v>16:00-19:00
n=156</c:v>
                </c:pt>
              </c:strCache>
            </c:strRef>
          </c:cat>
          <c:val>
            <c:numRef>
              <c:f>'Chart Data'!$D$2:$D$4</c:f>
              <c:numCache>
                <c:formatCode>#,##0.0</c:formatCode>
                <c:ptCount val="3"/>
                <c:pt idx="0">
                  <c:v>89.2713712</c:v>
                </c:pt>
                <c:pt idx="1">
                  <c:v>92.33113468</c:v>
                </c:pt>
                <c:pt idx="2">
                  <c:v>91.61359085</c:v>
                </c:pt>
              </c:numCache>
            </c:numRef>
          </c:val>
        </c:ser>
        <c:ser>
          <c:idx val="2"/>
          <c:order val="2"/>
          <c:tx>
            <c:v>After</c:v>
          </c:tx>
          <c:spPr>
            <a:solidFill>
              <a:srgbClr val="178778"/>
            </a:solidFill>
            <a:ln w="0">
              <a:solidFill>
                <a:srgbClr val="178778"/>
              </a:solidFill>
            </a:ln>
          </c:spPr>
          <c:cat>
            <c:strRef>
              <c:f>'Chart Data'!$E$2:$E$4</c:f>
              <c:strCache>
                <c:ptCount val="3"/>
                <c:pt idx="0">
                  <c:v>07:00-09:00
n=377</c:v>
                </c:pt>
                <c:pt idx="1">
                  <c:v>09:00-16:00
n=188</c:v>
                </c:pt>
                <c:pt idx="2">
                  <c:v>16:00-19:00
n=156</c:v>
                </c:pt>
              </c:strCache>
            </c:strRef>
          </c:cat>
          <c:val>
            <c:numRef>
              <c:f>'Chart Data'!$F$2:$F$4</c:f>
              <c:numCache>
                <c:formatCode>#,##0.0</c:formatCode>
                <c:ptCount val="3"/>
                <c:pt idx="0">
                  <c:v>90.23846047</c:v>
                </c:pt>
                <c:pt idx="1">
                  <c:v>87.64857781</c:v>
                </c:pt>
                <c:pt idx="2">
                  <c:v>93.39842686</c:v>
                </c:pt>
              </c:numCache>
            </c:numRef>
          </c: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Median index: Before = 100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title>
      <c:tx>
        <c:rich>
          <a:bodyPr/>
          <a:lstStyle/>
          <a:p>
            <a:r>
              <a:rPr sz="172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บางขุนนนท์ / จรัญสนิทวงศ์</a:t>
            </a:r>
          </a:p>
        </c:rich>
      </c:tx>
      <c:overlay val="0"/>
      <c:txPr>
        <a:bodyPr anchorCtr="1"/>
        <a:lstStyle/>
        <a:p>
          <a:pPr>
            <a:defRPr sz="1725" b="1">
              <a:solidFill>
                <a:srgbClr val="17323B"/>
              </a:solidFill>
              <a:latin typeface="Tahoma"/>
              <a:ea typeface="Tahoma"/>
              <a:cs typeface="Tahoma"/>
            </a:defRPr>
          </a:pPr>
        </a:p>
      </c:txPr>
    </c:title>
    <c:plotArea>
      <c:scatterChart>
        <c:scatterStyle val="marker"/>
        <c:ser>
          <c:idx val="0"/>
          <c:order val="0"/>
          <c:tx>
            <c:v>Before (n=2)</c:v>
          </c:tx>
          <c:spPr>
            <a:solidFill>
              <a:srgbClr val="557C9B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557C9B"/>
              </a:solidFill>
              <a:ln>
                <a:noFill/>
              </a:ln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2017.194387</c:v>
                </c:pt>
                <c:pt idx="1">
                  <c:v>2019.104038</c:v>
                </c:pt>
              </c:numCache>
            </c:numRef>
          </c:xVal>
          <c:yVal>
            <c:numRef>
              <c:f>'Chart Data'!$B$2:$B$3</c:f>
              <c:numCache>
                <c:formatCode>#,##0.0</c:formatCode>
                <c:ptCount val="2"/>
                <c:pt idx="0">
                  <c:v>1967</c:v>
                </c:pt>
                <c:pt idx="1">
                  <c:v>2234</c:v>
                </c:pt>
              </c:numCache>
            </c:numRef>
          </c:yVal>
        </c:ser>
        <c:ser>
          <c:idx val="1"/>
          <c:order val="1"/>
          <c:tx>
            <c:v>During (n=2)</c:v>
          </c:tx>
          <c:spPr>
            <a:solidFill>
              <a:srgbClr val="D58A36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D58A36"/>
              </a:solidFill>
              <a:ln>
                <a:noFill/>
              </a:ln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2020.657084</c:v>
                </c:pt>
                <c:pt idx="1">
                  <c:v>2021.698152</c:v>
                </c:pt>
              </c:numCache>
            </c:numRef>
          </c:xVal>
          <c:yVal>
            <c:numRef>
              <c:f>'Chart Data'!$D$2:$D$3</c:f>
              <c:numCache>
                <c:formatCode>#,##0.0</c:formatCode>
                <c:ptCount val="2"/>
                <c:pt idx="0">
                  <c:v>3770</c:v>
                </c:pt>
                <c:pt idx="1">
                  <c:v>2338</c:v>
                </c:pt>
              </c:numCache>
            </c:numRef>
          </c:yVal>
        </c:ser>
        <c:ser>
          <c:idx val="2"/>
          <c:order val="2"/>
          <c:tx>
            <c:v>After (n=3)</c:v>
          </c:tx>
          <c:spPr>
            <a:solidFill>
              <a:srgbClr val="178778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178778"/>
              </a:solidFill>
              <a:ln>
                <a:noFill/>
              </a:ln>
            </c:spPr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2023.654346</c:v>
                </c:pt>
                <c:pt idx="1">
                  <c:v>2024.027379</c:v>
                </c:pt>
                <c:pt idx="2">
                  <c:v>2026.210815</c:v>
                </c:pt>
              </c:numCache>
            </c:numRef>
          </c:xVal>
          <c:yVal>
            <c:numRef>
              <c:f>'Chart Data'!$F$2:$F$4</c:f>
              <c:numCache>
                <c:formatCode>#,##0.0</c:formatCode>
                <c:ptCount val="3"/>
                <c:pt idx="0">
                  <c:v>2893</c:v>
                </c:pt>
                <c:pt idx="1">
                  <c:v>3049</c:v>
                </c:pt>
                <c:pt idx="2">
                  <c:v>2560.5</c:v>
                </c:pt>
              </c:numCache>
            </c:numRef>
          </c:y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Vehicles/hour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</c:valAx>
      <c:valAx>
        <c:axId val="48650112"/>
        <c:scaling>
          <c:orientation val="minMax"/>
          <c:min val="2016"/>
          <c:max val="2028"/>
        </c:scaling>
        <c:delete val="0"/>
        <c:axPos val="b"/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Survey year (point = actual survey date)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title>
      <c:tx>
        <c:rich>
          <a:bodyPr/>
          <a:lstStyle/>
          <a:p>
            <a:r>
              <a:rPr sz="172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หลักสี่ / แจ้งวัฒนะ</a:t>
            </a:r>
          </a:p>
        </c:rich>
      </c:tx>
      <c:overlay val="0"/>
      <c:txPr>
        <a:bodyPr anchorCtr="1"/>
        <a:lstStyle/>
        <a:p>
          <a:pPr>
            <a:defRPr sz="1725" b="1">
              <a:solidFill>
                <a:srgbClr val="17323B"/>
              </a:solidFill>
              <a:latin typeface="Tahoma"/>
              <a:ea typeface="Tahoma"/>
              <a:cs typeface="Tahoma"/>
            </a:defRPr>
          </a:pPr>
        </a:p>
      </c:txPr>
    </c:title>
    <c:plotArea>
      <c:scatterChart>
        <c:scatterStyle val="marker"/>
        <c:ser>
          <c:idx val="0"/>
          <c:order val="0"/>
          <c:tx>
            <c:v>Before (n=2)</c:v>
          </c:tx>
          <c:spPr>
            <a:solidFill>
              <a:srgbClr val="557C9B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557C9B"/>
              </a:solidFill>
              <a:ln>
                <a:noFill/>
              </a:ln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2017.462697</c:v>
                </c:pt>
                <c:pt idx="1">
                  <c:v>2018.635181</c:v>
                </c:pt>
              </c:numCache>
            </c:numRef>
          </c:xVal>
          <c:yVal>
            <c:numRef>
              <c:f>'Chart Data'!$B$2:$B$3</c:f>
              <c:numCache>
                <c:formatCode>#,##0.0</c:formatCode>
                <c:ptCount val="2"/>
                <c:pt idx="0">
                  <c:v>2962</c:v>
                </c:pt>
                <c:pt idx="1">
                  <c:v>3895.5</c:v>
                </c:pt>
              </c:numCache>
            </c:numRef>
          </c:yVal>
        </c:ser>
        <c:ser>
          <c:idx val="1"/>
          <c:order val="1"/>
          <c:tx>
            <c:v>During (n=3)</c:v>
          </c:tx>
          <c:spPr>
            <a:solidFill>
              <a:srgbClr val="D58A36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D58A36"/>
              </a:solidFill>
              <a:ln>
                <a:noFill/>
              </a:ln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2021.380561</c:v>
                </c:pt>
                <c:pt idx="1">
                  <c:v>2021.761123</c:v>
                </c:pt>
                <c:pt idx="2">
                  <c:v>2020.435318</c:v>
                </c:pt>
              </c:numCache>
            </c:numRef>
          </c:xVal>
          <c:yVal>
            <c:numRef>
              <c:f>'Chart Data'!$D$2:$D$4</c:f>
              <c:numCache>
                <c:formatCode>#,##0.0</c:formatCode>
                <c:ptCount val="3"/>
                <c:pt idx="0">
                  <c:v>2121.5</c:v>
                </c:pt>
                <c:pt idx="1">
                  <c:v>2885</c:v>
                </c:pt>
                <c:pt idx="2">
                  <c:v>3829</c:v>
                </c:pt>
              </c:numCache>
            </c:numRef>
          </c:yVal>
        </c:ser>
        <c:ser>
          <c:idx val="2"/>
          <c:order val="2"/>
          <c:tx>
            <c:v>After (n=3)</c:v>
          </c:tx>
          <c:spPr>
            <a:solidFill>
              <a:srgbClr val="178778"/>
            </a:solidFill>
            <a:ln w="0">
              <a:noFill/>
            </a:ln>
          </c:spPr>
          <c:marker>
            <c:symbol val="circle"/>
            <c:size val="7"/>
            <c:spPr>
              <a:solidFill>
                <a:srgbClr val="178778"/>
              </a:solidFill>
              <a:ln>
                <a:noFill/>
              </a:ln>
            </c:spPr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2023.561259</c:v>
                </c:pt>
                <c:pt idx="1">
                  <c:v>2024.046543</c:v>
                </c:pt>
                <c:pt idx="2">
                  <c:v>2026.380561</c:v>
                </c:pt>
              </c:numCache>
            </c:numRef>
          </c:xVal>
          <c:yVal>
            <c:numRef>
              <c:f>'Chart Data'!$F$2:$F$4</c:f>
              <c:numCache>
                <c:formatCode>#,##0.0</c:formatCode>
                <c:ptCount val="3"/>
                <c:pt idx="0">
                  <c:v>2417</c:v>
                </c:pt>
                <c:pt idx="1">
                  <c:v>2455</c:v>
                </c:pt>
                <c:pt idx="2">
                  <c:v>2450</c:v>
                </c:pt>
              </c:numCache>
            </c:numRef>
          </c:y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Vehicles/hour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</c:valAx>
      <c:valAx>
        <c:axId val="48650112"/>
        <c:scaling>
          <c:orientation val="minMax"/>
          <c:min val="2016"/>
          <c:max val="2028"/>
        </c:scaling>
        <c:delete val="0"/>
        <c:axPos val="b"/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Survey year (point = actual survey date)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Before</c:v>
          </c:tx>
          <c:spPr>
            <a:solidFill>
              <a:srgbClr val="557C9B"/>
            </a:solidFill>
            <a:ln w="0">
              <a:solidFill>
                <a:srgbClr val="557C9B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Data'!$B$2:$B$7</c:f>
              <c:numCache>
                <c:formatCode>#,##0.0</c:formatCode>
                <c:ptCount val="6"/>
                <c:pt idx="0">
                  <c:v>1520.5</c:v>
                </c:pt>
                <c:pt idx="1">
                  <c:v>426.25</c:v>
                </c:pt>
                <c:pt idx="2">
                  <c:v>80</c:v>
                </c:pt>
                <c:pt idx="3">
                  <c:v>27.25</c:v>
                </c:pt>
                <c:pt idx="4">
                  <c:v>14</c:v>
                </c:pt>
                <c:pt idx="5">
                  <c:v>32.5</c:v>
                </c:pt>
              </c:numCache>
            </c:numRef>
          </c:val>
        </c:ser>
        <c:ser>
          <c:idx val="1"/>
          <c:order val="1"/>
          <c:tx>
            <c:v>During</c:v>
          </c:tx>
          <c:spPr>
            <a:solidFill>
              <a:srgbClr val="D58A36"/>
            </a:solidFill>
            <a:ln w="0">
              <a:solidFill>
                <a:srgbClr val="D58A36"/>
              </a:solidFill>
            </a:ln>
          </c:spPr>
          <c:cat>
            <c:strRef>
              <c:f>'Chart Data'!$C$2:$C$7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Data'!$D$2:$D$7</c:f>
              <c:numCache>
                <c:formatCode>#,##0.0</c:formatCode>
                <c:ptCount val="6"/>
                <c:pt idx="0">
                  <c:v>2334</c:v>
                </c:pt>
                <c:pt idx="1">
                  <c:v>549.5</c:v>
                </c:pt>
                <c:pt idx="2">
                  <c:v>85.75</c:v>
                </c:pt>
                <c:pt idx="3">
                  <c:v>15</c:v>
                </c:pt>
                <c:pt idx="4">
                  <c:v>16.25</c:v>
                </c:pt>
                <c:pt idx="5">
                  <c:v>53.5</c:v>
                </c:pt>
              </c:numCache>
            </c:numRef>
          </c:val>
        </c:ser>
        <c:ser>
          <c:idx val="2"/>
          <c:order val="2"/>
          <c:tx>
            <c:v>After</c:v>
          </c:tx>
          <c:spPr>
            <a:solidFill>
              <a:srgbClr val="178778"/>
            </a:solidFill>
            <a:ln w="0">
              <a:solidFill>
                <a:srgbClr val="178778"/>
              </a:solidFill>
            </a:ln>
          </c:spPr>
          <c:cat>
            <c:strRef>
              <c:f>'Chart Data'!$E$2:$E$7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Data'!$F$2:$F$7</c:f>
              <c:numCache>
                <c:formatCode>#,##0.0</c:formatCode>
                <c:ptCount val="6"/>
                <c:pt idx="0">
                  <c:v>2166.666667</c:v>
                </c:pt>
                <c:pt idx="1">
                  <c:v>532</c:v>
                </c:pt>
                <c:pt idx="2">
                  <c:v>66.16666667</c:v>
                </c:pt>
                <c:pt idx="3">
                  <c:v>3.833333333</c:v>
                </c:pt>
                <c:pt idx="4">
                  <c:v>23.5</c:v>
                </c:pt>
                <c:pt idx="5">
                  <c:v>42</c:v>
                </c:pt>
              </c:numCache>
            </c:numRef>
          </c: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Mean vehicles/hour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Before</c:v>
          </c:tx>
          <c:spPr>
            <a:solidFill>
              <a:srgbClr val="557C9B"/>
            </a:solidFill>
            <a:ln w="0">
              <a:solidFill>
                <a:srgbClr val="557C9B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Data'!$B$2:$B$7</c:f>
              <c:numCache>
                <c:formatCode>#,##0.0</c:formatCode>
                <c:ptCount val="6"/>
                <c:pt idx="0">
                  <c:v>2755</c:v>
                </c:pt>
                <c:pt idx="1">
                  <c:v>610.25</c:v>
                </c:pt>
                <c:pt idx="2">
                  <c:v>34.75</c:v>
                </c:pt>
                <c:pt idx="3">
                  <c:v>0</c:v>
                </c:pt>
                <c:pt idx="4">
                  <c:v>26</c:v>
                </c:pt>
                <c:pt idx="5">
                  <c:v>2.75</c:v>
                </c:pt>
              </c:numCache>
            </c:numRef>
          </c:val>
        </c:ser>
        <c:ser>
          <c:idx val="1"/>
          <c:order val="1"/>
          <c:tx>
            <c:v>During</c:v>
          </c:tx>
          <c:spPr>
            <a:solidFill>
              <a:srgbClr val="D58A36"/>
            </a:solidFill>
            <a:ln w="0">
              <a:solidFill>
                <a:srgbClr val="D58A36"/>
              </a:solidFill>
            </a:ln>
          </c:spPr>
          <c:cat>
            <c:strRef>
              <c:f>'Chart Data'!$C$2:$C$7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Data'!$D$2:$D$7</c:f>
              <c:numCache>
                <c:formatCode>#,##0.0</c:formatCode>
                <c:ptCount val="6"/>
                <c:pt idx="0">
                  <c:v>2182.5</c:v>
                </c:pt>
                <c:pt idx="1">
                  <c:v>717.6666667</c:v>
                </c:pt>
                <c:pt idx="2">
                  <c:v>11.33333333</c:v>
                </c:pt>
                <c:pt idx="3">
                  <c:v>3.333333333</c:v>
                </c:pt>
                <c:pt idx="4">
                  <c:v>28</c:v>
                </c:pt>
                <c:pt idx="5">
                  <c:v>2.333333333</c:v>
                </c:pt>
              </c:numCache>
            </c:numRef>
          </c:val>
        </c:ser>
        <c:ser>
          <c:idx val="2"/>
          <c:order val="2"/>
          <c:tx>
            <c:v>After</c:v>
          </c:tx>
          <c:spPr>
            <a:solidFill>
              <a:srgbClr val="178778"/>
            </a:solidFill>
            <a:ln w="0">
              <a:solidFill>
                <a:srgbClr val="178778"/>
              </a:solidFill>
            </a:ln>
          </c:spPr>
          <c:cat>
            <c:strRef>
              <c:f>'Chart Data'!$E$2:$E$7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Data'!$F$2:$F$7</c:f>
              <c:numCache>
                <c:formatCode>#,##0.0</c:formatCode>
                <c:ptCount val="6"/>
                <c:pt idx="0">
                  <c:v>1972</c:v>
                </c:pt>
                <c:pt idx="1">
                  <c:v>421.3333333</c:v>
                </c:pt>
                <c:pt idx="2">
                  <c:v>12.33333333</c:v>
                </c:pt>
                <c:pt idx="3">
                  <c:v>1.666666667</c:v>
                </c:pt>
                <c:pt idx="4">
                  <c:v>31.33333333</c:v>
                </c:pt>
                <c:pt idx="5">
                  <c:v>2</c:v>
                </c:pt>
              </c:numCache>
            </c:numRef>
          </c: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Mean vehicles/hour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Before</c:v>
          </c:tx>
          <c:spPr>
            <a:solidFill>
              <a:srgbClr val="557C9B"/>
            </a:solidFill>
            <a:ln w="0">
              <a:solidFill>
                <a:srgbClr val="557C9B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Data'!$B$2:$B$7</c:f>
              <c:numCache>
                <c:formatCode>#,##0.0</c:formatCode>
                <c:ptCount val="6"/>
                <c:pt idx="0">
                  <c:v>71.71592763</c:v>
                </c:pt>
                <c:pt idx="1">
                  <c:v>21.86430925</c:v>
                </c:pt>
                <c:pt idx="2">
                  <c:v>2.242419159</c:v>
                </c:pt>
                <c:pt idx="3">
                  <c:v>0.3658862631</c:v>
                </c:pt>
                <c:pt idx="4">
                  <c:v>1.005633903</c:v>
                </c:pt>
                <c:pt idx="5">
                  <c:v>2.805823798</c:v>
                </c:pt>
              </c:numCache>
            </c:numRef>
          </c:val>
        </c:ser>
        <c:ser>
          <c:idx val="1"/>
          <c:order val="1"/>
          <c:tx>
            <c:v>During</c:v>
          </c:tx>
          <c:spPr>
            <a:solidFill>
              <a:srgbClr val="D58A36"/>
            </a:solidFill>
            <a:ln w="0">
              <a:solidFill>
                <a:srgbClr val="D58A36"/>
              </a:solidFill>
            </a:ln>
          </c:spPr>
          <c:cat>
            <c:strRef>
              <c:f>'Chart Data'!$C$2:$C$7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Data'!$D$2:$D$7</c:f>
              <c:numCache>
                <c:formatCode>#,##0.0</c:formatCode>
                <c:ptCount val="6"/>
                <c:pt idx="0">
                  <c:v>72.51145547</c:v>
                </c:pt>
                <c:pt idx="1">
                  <c:v>21.55272129</c:v>
                </c:pt>
                <c:pt idx="2">
                  <c:v>2.278065443</c:v>
                </c:pt>
                <c:pt idx="3">
                  <c:v>0.3376662475</c:v>
                </c:pt>
                <c:pt idx="4">
                  <c:v>1.18798695</c:v>
                </c:pt>
                <c:pt idx="5">
                  <c:v>2.132104595</c:v>
                </c:pt>
              </c:numCache>
            </c:numRef>
          </c:val>
        </c:ser>
        <c:ser>
          <c:idx val="2"/>
          <c:order val="2"/>
          <c:tx>
            <c:v>After</c:v>
          </c:tx>
          <c:spPr>
            <a:solidFill>
              <a:srgbClr val="178778"/>
            </a:solidFill>
            <a:ln w="0">
              <a:solidFill>
                <a:srgbClr val="178778"/>
              </a:solidFill>
            </a:ln>
          </c:spPr>
          <c:cat>
            <c:strRef>
              <c:f>'Chart Data'!$E$2:$E$7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Data'!$F$2:$F$7</c:f>
              <c:numCache>
                <c:formatCode>#,##0.0</c:formatCode>
                <c:ptCount val="6"/>
                <c:pt idx="0">
                  <c:v>73.38626078</c:v>
                </c:pt>
                <c:pt idx="1">
                  <c:v>21.20282965</c:v>
                </c:pt>
                <c:pt idx="2">
                  <c:v>1.896273216</c:v>
                </c:pt>
                <c:pt idx="3">
                  <c:v>0.2295578621</c:v>
                </c:pt>
                <c:pt idx="4">
                  <c:v>1.281636249</c:v>
                </c:pt>
                <c:pt idx="5">
                  <c:v>2.003442246</c:v>
                </c:pt>
              </c:numCache>
            </c:numRef>
          </c: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Mean share (%)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During − Before</c:v>
          </c:tx>
          <c:spPr>
            <a:solidFill>
              <a:srgbClr val="D58A36"/>
            </a:solidFill>
            <a:ln w="0">
              <a:solidFill>
                <a:srgbClr val="D58A36"/>
              </a:solidFill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Data'!$B$2:$B$7</c:f>
              <c:numCache>
                <c:formatCode>#,##0.0</c:formatCode>
                <c:ptCount val="6"/>
                <c:pt idx="0">
                  <c:v>0.795527842</c:v>
                </c:pt>
                <c:pt idx="1">
                  <c:v>-0.3115879544</c:v>
                </c:pt>
                <c:pt idx="2">
                  <c:v>0.03564628323</c:v>
                </c:pt>
                <c:pt idx="3">
                  <c:v>-0.02822001553</c:v>
                </c:pt>
                <c:pt idx="4">
                  <c:v>0.1823530475</c:v>
                </c:pt>
                <c:pt idx="5">
                  <c:v>-0.6737192028</c:v>
                </c:pt>
              </c:numCache>
            </c:numRef>
          </c:val>
        </c:ser>
        <c:ser>
          <c:idx val="1"/>
          <c:order val="1"/>
          <c:tx>
            <c:v>After − Before</c:v>
          </c:tx>
          <c:spPr>
            <a:solidFill>
              <a:srgbClr val="178778"/>
            </a:solidFill>
            <a:ln w="0">
              <a:solidFill>
                <a:srgbClr val="178778"/>
              </a:solidFill>
            </a:ln>
          </c:spPr>
          <c:invertIfNegative val="0"/>
          <c:cat>
            <c:strRef>
              <c:f>'Chart Data'!$C$2:$C$7</c:f>
              <c:strCache>
                <c:ptCount val="6"/>
                <c:pt idx="0">
                  <c:v>Car incl. taxi</c:v>
                </c:pt>
                <c:pt idx="1">
                  <c:v>Pickup / van</c:v>
                </c:pt>
                <c:pt idx="2">
                  <c:v>Large bus / coach</c:v>
                </c:pt>
                <c:pt idx="3">
                  <c:v>Small bus</c:v>
                </c:pt>
                <c:pt idx="4">
                  <c:v>Truck</c:v>
                </c:pt>
                <c:pt idx="5">
                  <c:v>Tuk-tuk</c:v>
                </c:pt>
              </c:strCache>
            </c:strRef>
          </c:cat>
          <c:val>
            <c:numRef>
              <c:f>'Chart Data'!$D$2:$D$7</c:f>
              <c:numCache>
                <c:formatCode>#,##0.0</c:formatCode>
                <c:ptCount val="6"/>
                <c:pt idx="0">
                  <c:v>1.670333152</c:v>
                </c:pt>
                <c:pt idx="1">
                  <c:v>-0.6614796024</c:v>
                </c:pt>
                <c:pt idx="2">
                  <c:v>-0.3461459435</c:v>
                </c:pt>
                <c:pt idx="3">
                  <c:v>-0.136328401</c:v>
                </c:pt>
                <c:pt idx="4">
                  <c:v>0.2760023468</c:v>
                </c:pt>
                <c:pt idx="5">
                  <c:v>-0.802381552</c:v>
                </c:pt>
              </c:numCache>
            </c:numRef>
          </c: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in val="-1"/>
          <c:max val="2"/>
        </c:scaling>
        <c:delete val="0"/>
        <c:axPos val="b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Change in percentage points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  <c:majorUnit val="0.5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1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Supplied flags / n=129</c:v>
          </c:tx>
          <c:spPr>
            <a:solidFill>
              <a:srgbClr val="D58A36"/>
            </a:solidFill>
            <a:ln w="0">
              <a:noFill/>
            </a:ln>
          </c:spPr>
          <c:marker>
            <c:symbol val="circle"/>
            <c:size val="4"/>
            <c:spPr>
              <a:solidFill>
                <a:srgbClr val="D58A36"/>
              </a:solidFill>
              <a:ln>
                <a:noFill/>
              </a:ln>
            </c:spPr>
          </c:marker>
          <c:xVal>
            <c:numRef>
              <c:f>'Chart Data'!$A$2:$A$130</c:f>
              <c:numCache>
                <c:formatCode>General</c:formatCode>
                <c:ptCount val="129"/>
                <c:pt idx="0">
                  <c:v>951</c:v>
                </c:pt>
                <c:pt idx="1">
                  <c:v>930.3333333</c:v>
                </c:pt>
                <c:pt idx="2">
                  <c:v>2406</c:v>
                </c:pt>
                <c:pt idx="3">
                  <c:v>2522.333333</c:v>
                </c:pt>
                <c:pt idx="4">
                  <c:v>2557.5</c:v>
                </c:pt>
                <c:pt idx="5">
                  <c:v>2289</c:v>
                </c:pt>
                <c:pt idx="6">
                  <c:v>2103.666667</c:v>
                </c:pt>
                <c:pt idx="7">
                  <c:v>1323.5</c:v>
                </c:pt>
                <c:pt idx="8">
                  <c:v>1143.142857</c:v>
                </c:pt>
                <c:pt idx="9">
                  <c:v>1013.666667</c:v>
                </c:pt>
                <c:pt idx="10">
                  <c:v>1596.5</c:v>
                </c:pt>
                <c:pt idx="11">
                  <c:v>1529</c:v>
                </c:pt>
                <c:pt idx="12">
                  <c:v>1421.333333</c:v>
                </c:pt>
                <c:pt idx="13">
                  <c:v>975.8571429</c:v>
                </c:pt>
                <c:pt idx="14">
                  <c:v>3341.571429</c:v>
                </c:pt>
                <c:pt idx="15">
                  <c:v>3770</c:v>
                </c:pt>
                <c:pt idx="16">
                  <c:v>3633.857143</c:v>
                </c:pt>
                <c:pt idx="17">
                  <c:v>2391.333333</c:v>
                </c:pt>
                <c:pt idx="18">
                  <c:v>29.14285714</c:v>
                </c:pt>
                <c:pt idx="19">
                  <c:v>663.7142857</c:v>
                </c:pt>
                <c:pt idx="20">
                  <c:v>565.5</c:v>
                </c:pt>
                <c:pt idx="21">
                  <c:v>372.2857143</c:v>
                </c:pt>
                <c:pt idx="22">
                  <c:v>371</c:v>
                </c:pt>
                <c:pt idx="23">
                  <c:v>1799.5</c:v>
                </c:pt>
                <c:pt idx="24">
                  <c:v>1959.428571</c:v>
                </c:pt>
                <c:pt idx="25">
                  <c:v>1900.333333</c:v>
                </c:pt>
                <c:pt idx="26">
                  <c:v>784</c:v>
                </c:pt>
                <c:pt idx="27">
                  <c:v>923.8571429</c:v>
                </c:pt>
                <c:pt idx="28">
                  <c:v>761</c:v>
                </c:pt>
                <c:pt idx="29">
                  <c:v>2503.5</c:v>
                </c:pt>
                <c:pt idx="30">
                  <c:v>2399.857143</c:v>
                </c:pt>
                <c:pt idx="31">
                  <c:v>2938.666667</c:v>
                </c:pt>
                <c:pt idx="32">
                  <c:v>1566</c:v>
                </c:pt>
                <c:pt idx="33">
                  <c:v>2047.142857</c:v>
                </c:pt>
                <c:pt idx="34">
                  <c:v>2243.666667</c:v>
                </c:pt>
                <c:pt idx="35">
                  <c:v>1387</c:v>
                </c:pt>
                <c:pt idx="36">
                  <c:v>1201.142857</c:v>
                </c:pt>
                <c:pt idx="37">
                  <c:v>997.6666667</c:v>
                </c:pt>
                <c:pt idx="38">
                  <c:v>4081.5</c:v>
                </c:pt>
                <c:pt idx="39">
                  <c:v>4299</c:v>
                </c:pt>
                <c:pt idx="40">
                  <c:v>3976</c:v>
                </c:pt>
                <c:pt idx="41">
                  <c:v>1128.5</c:v>
                </c:pt>
                <c:pt idx="42">
                  <c:v>1021.714286</c:v>
                </c:pt>
                <c:pt idx="43">
                  <c:v>1137</c:v>
                </c:pt>
                <c:pt idx="44">
                  <c:v>1269.5</c:v>
                </c:pt>
                <c:pt idx="45">
                  <c:v>1129.857143</c:v>
                </c:pt>
                <c:pt idx="46">
                  <c:v>659.6666667</c:v>
                </c:pt>
                <c:pt idx="47">
                  <c:v>2452.5</c:v>
                </c:pt>
                <c:pt idx="48">
                  <c:v>2725.571429</c:v>
                </c:pt>
                <c:pt idx="49">
                  <c:v>2545.333333</c:v>
                </c:pt>
                <c:pt idx="50">
                  <c:v>1378.5</c:v>
                </c:pt>
                <c:pt idx="51">
                  <c:v>1415.071429</c:v>
                </c:pt>
                <c:pt idx="52">
                  <c:v>1371.5</c:v>
                </c:pt>
                <c:pt idx="53">
                  <c:v>2200.25</c:v>
                </c:pt>
                <c:pt idx="54">
                  <c:v>2092.142857</c:v>
                </c:pt>
                <c:pt idx="55">
                  <c:v>2230.166667</c:v>
                </c:pt>
                <c:pt idx="56">
                  <c:v>593.5</c:v>
                </c:pt>
                <c:pt idx="57">
                  <c:v>712.1428571</c:v>
                </c:pt>
                <c:pt idx="58">
                  <c:v>621.3333333</c:v>
                </c:pt>
                <c:pt idx="59">
                  <c:v>3188</c:v>
                </c:pt>
                <c:pt idx="60">
                  <c:v>2253.857143</c:v>
                </c:pt>
                <c:pt idx="61">
                  <c:v>1438.666667</c:v>
                </c:pt>
                <c:pt idx="62">
                  <c:v>683.5</c:v>
                </c:pt>
                <c:pt idx="63">
                  <c:v>863.4285714</c:v>
                </c:pt>
                <c:pt idx="64">
                  <c:v>993.6666667</c:v>
                </c:pt>
                <c:pt idx="65">
                  <c:v>2969</c:v>
                </c:pt>
                <c:pt idx="66">
                  <c:v>2448.571429</c:v>
                </c:pt>
                <c:pt idx="67">
                  <c:v>2531.666667</c:v>
                </c:pt>
                <c:pt idx="68">
                  <c:v>1013</c:v>
                </c:pt>
                <c:pt idx="69">
                  <c:v>908.2857143</c:v>
                </c:pt>
                <c:pt idx="70">
                  <c:v>885</c:v>
                </c:pt>
                <c:pt idx="71">
                  <c:v>1200.5</c:v>
                </c:pt>
                <c:pt idx="72">
                  <c:v>1158.142857</c:v>
                </c:pt>
                <c:pt idx="73">
                  <c:v>896.3333333</c:v>
                </c:pt>
                <c:pt idx="74">
                  <c:v>890</c:v>
                </c:pt>
                <c:pt idx="75">
                  <c:v>595</c:v>
                </c:pt>
                <c:pt idx="76">
                  <c:v>706.6666667</c:v>
                </c:pt>
                <c:pt idx="77">
                  <c:v>708</c:v>
                </c:pt>
                <c:pt idx="78">
                  <c:v>870</c:v>
                </c:pt>
                <c:pt idx="79">
                  <c:v>739</c:v>
                </c:pt>
                <c:pt idx="80">
                  <c:v>2584.5</c:v>
                </c:pt>
                <c:pt idx="81">
                  <c:v>2378.428571</c:v>
                </c:pt>
                <c:pt idx="82">
                  <c:v>2243.333333</c:v>
                </c:pt>
                <c:pt idx="83">
                  <c:v>1137</c:v>
                </c:pt>
                <c:pt idx="84">
                  <c:v>944.5714286</c:v>
                </c:pt>
                <c:pt idx="85">
                  <c:v>660</c:v>
                </c:pt>
                <c:pt idx="86">
                  <c:v>1783</c:v>
                </c:pt>
                <c:pt idx="87">
                  <c:v>2267.142857</c:v>
                </c:pt>
                <c:pt idx="88">
                  <c:v>2735.666667</c:v>
                </c:pt>
                <c:pt idx="89">
                  <c:v>3578</c:v>
                </c:pt>
                <c:pt idx="90">
                  <c:v>3178.571429</c:v>
                </c:pt>
                <c:pt idx="91">
                  <c:v>3424</c:v>
                </c:pt>
                <c:pt idx="92">
                  <c:v>1847.5</c:v>
                </c:pt>
                <c:pt idx="93">
                  <c:v>1194</c:v>
                </c:pt>
                <c:pt idx="94">
                  <c:v>1267.666667</c:v>
                </c:pt>
                <c:pt idx="95">
                  <c:v>357.8571429</c:v>
                </c:pt>
                <c:pt idx="96">
                  <c:v>1608.285714</c:v>
                </c:pt>
                <c:pt idx="97">
                  <c:v>3874</c:v>
                </c:pt>
                <c:pt idx="98">
                  <c:v>4143.428571</c:v>
                </c:pt>
                <c:pt idx="99">
                  <c:v>5641</c:v>
                </c:pt>
                <c:pt idx="100">
                  <c:v>1525</c:v>
                </c:pt>
                <c:pt idx="101">
                  <c:v>1339.571429</c:v>
                </c:pt>
                <c:pt idx="102">
                  <c:v>1169.666667</c:v>
                </c:pt>
                <c:pt idx="103">
                  <c:v>5827</c:v>
                </c:pt>
                <c:pt idx="104">
                  <c:v>5765.571429</c:v>
                </c:pt>
                <c:pt idx="105">
                  <c:v>7238.666667</c:v>
                </c:pt>
                <c:pt idx="106">
                  <c:v>2003</c:v>
                </c:pt>
                <c:pt idx="107">
                  <c:v>2027.142857</c:v>
                </c:pt>
                <c:pt idx="108">
                  <c:v>1162.666667</c:v>
                </c:pt>
                <c:pt idx="109">
                  <c:v>311</c:v>
                </c:pt>
                <c:pt idx="110">
                  <c:v>278.1428571</c:v>
                </c:pt>
                <c:pt idx="111">
                  <c:v>248.6666667</c:v>
                </c:pt>
                <c:pt idx="112">
                  <c:v>9.5</c:v>
                </c:pt>
                <c:pt idx="113">
                  <c:v>10</c:v>
                </c:pt>
                <c:pt idx="114">
                  <c:v>15.33333333</c:v>
                </c:pt>
                <c:pt idx="115">
                  <c:v>1383</c:v>
                </c:pt>
                <c:pt idx="116">
                  <c:v>1485.714286</c:v>
                </c:pt>
                <c:pt idx="117">
                  <c:v>1828</c:v>
                </c:pt>
                <c:pt idx="118">
                  <c:v>289</c:v>
                </c:pt>
                <c:pt idx="119">
                  <c:v>327.4285714</c:v>
                </c:pt>
                <c:pt idx="120">
                  <c:v>347.6666667</c:v>
                </c:pt>
                <c:pt idx="121">
                  <c:v>1750.5</c:v>
                </c:pt>
                <c:pt idx="122">
                  <c:v>1297</c:v>
                </c:pt>
                <c:pt idx="123">
                  <c:v>1307.666667</c:v>
                </c:pt>
                <c:pt idx="124">
                  <c:v>894.4285714</c:v>
                </c:pt>
                <c:pt idx="125">
                  <c:v>2165.285714</c:v>
                </c:pt>
                <c:pt idx="126">
                  <c:v>3333.5</c:v>
                </c:pt>
                <c:pt idx="127">
                  <c:v>2752.142857</c:v>
                </c:pt>
                <c:pt idx="128">
                  <c:v>2733.666667</c:v>
                </c:pt>
              </c:numCache>
            </c:numRef>
          </c:xVal>
          <c:yVal>
            <c:numRef>
              <c:f>'Chart Data'!$B$2:$B$130</c:f>
              <c:numCache>
                <c:formatCode>#,##0.0</c:formatCode>
                <c:ptCount val="129"/>
                <c:pt idx="0">
                  <c:v>937.1428571</c:v>
                </c:pt>
                <c:pt idx="1">
                  <c:v>904.3333333</c:v>
                </c:pt>
                <c:pt idx="2">
                  <c:v>2407.714286</c:v>
                </c:pt>
                <c:pt idx="3">
                  <c:v>2047.333333</c:v>
                </c:pt>
                <c:pt idx="4">
                  <c:v>3890.5</c:v>
                </c:pt>
                <c:pt idx="5">
                  <c:v>2842.142857</c:v>
                </c:pt>
                <c:pt idx="6">
                  <c:v>3259.666667</c:v>
                </c:pt>
                <c:pt idx="7">
                  <c:v>723.5</c:v>
                </c:pt>
                <c:pt idx="8">
                  <c:v>598.8571429</c:v>
                </c:pt>
                <c:pt idx="9">
                  <c:v>489.3333333</c:v>
                </c:pt>
                <c:pt idx="10">
                  <c:v>1141</c:v>
                </c:pt>
                <c:pt idx="11">
                  <c:v>1402.571429</c:v>
                </c:pt>
                <c:pt idx="12">
                  <c:v>1326</c:v>
                </c:pt>
                <c:pt idx="13">
                  <c:v>1003.714286</c:v>
                </c:pt>
                <c:pt idx="14">
                  <c:v>2872.428571</c:v>
                </c:pt>
                <c:pt idx="15">
                  <c:v>2338</c:v>
                </c:pt>
                <c:pt idx="16">
                  <c:v>2115.571429</c:v>
                </c:pt>
                <c:pt idx="17">
                  <c:v>2170</c:v>
                </c:pt>
                <c:pt idx="18">
                  <c:v>19.14285714</c:v>
                </c:pt>
                <c:pt idx="19">
                  <c:v>533.1428571</c:v>
                </c:pt>
                <c:pt idx="20">
                  <c:v>1208.5</c:v>
                </c:pt>
                <c:pt idx="21">
                  <c:v>1397.285714</c:v>
                </c:pt>
                <c:pt idx="22">
                  <c:v>1366</c:v>
                </c:pt>
                <c:pt idx="23">
                  <c:v>1877.5</c:v>
                </c:pt>
                <c:pt idx="24">
                  <c:v>1850.285714</c:v>
                </c:pt>
                <c:pt idx="25">
                  <c:v>2028.333333</c:v>
                </c:pt>
                <c:pt idx="26">
                  <c:v>601</c:v>
                </c:pt>
                <c:pt idx="27">
                  <c:v>752.2857143</c:v>
                </c:pt>
                <c:pt idx="28">
                  <c:v>728.6666667</c:v>
                </c:pt>
                <c:pt idx="29">
                  <c:v>2773</c:v>
                </c:pt>
                <c:pt idx="30">
                  <c:v>2880.285714</c:v>
                </c:pt>
                <c:pt idx="31">
                  <c:v>2890</c:v>
                </c:pt>
                <c:pt idx="32">
                  <c:v>2404</c:v>
                </c:pt>
                <c:pt idx="33">
                  <c:v>2686.571429</c:v>
                </c:pt>
                <c:pt idx="34">
                  <c:v>2563.333333</c:v>
                </c:pt>
                <c:pt idx="35">
                  <c:v>1366</c:v>
                </c:pt>
                <c:pt idx="36">
                  <c:v>880.4285714</c:v>
                </c:pt>
                <c:pt idx="37">
                  <c:v>1060.666667</c:v>
                </c:pt>
                <c:pt idx="38">
                  <c:v>3451.5</c:v>
                </c:pt>
                <c:pt idx="39">
                  <c:v>2867.428571</c:v>
                </c:pt>
                <c:pt idx="40">
                  <c:v>3818.666667</c:v>
                </c:pt>
                <c:pt idx="41">
                  <c:v>886.5</c:v>
                </c:pt>
                <c:pt idx="42">
                  <c:v>812.2857143</c:v>
                </c:pt>
                <c:pt idx="43">
                  <c:v>902.6666667</c:v>
                </c:pt>
                <c:pt idx="44">
                  <c:v>1377</c:v>
                </c:pt>
                <c:pt idx="45">
                  <c:v>795.1428571</c:v>
                </c:pt>
                <c:pt idx="46">
                  <c:v>542.3333333</c:v>
                </c:pt>
                <c:pt idx="47">
                  <c:v>2870</c:v>
                </c:pt>
                <c:pt idx="48">
                  <c:v>2589</c:v>
                </c:pt>
                <c:pt idx="49">
                  <c:v>2055.333333</c:v>
                </c:pt>
                <c:pt idx="50">
                  <c:v>1501.75</c:v>
                </c:pt>
                <c:pt idx="51">
                  <c:v>1213.357143</c:v>
                </c:pt>
                <c:pt idx="52">
                  <c:v>1194.666667</c:v>
                </c:pt>
                <c:pt idx="53">
                  <c:v>1696</c:v>
                </c:pt>
                <c:pt idx="54">
                  <c:v>1558.142857</c:v>
                </c:pt>
                <c:pt idx="55">
                  <c:v>1561</c:v>
                </c:pt>
                <c:pt idx="56">
                  <c:v>905.5</c:v>
                </c:pt>
                <c:pt idx="57">
                  <c:v>743</c:v>
                </c:pt>
                <c:pt idx="58">
                  <c:v>475.3333333</c:v>
                </c:pt>
                <c:pt idx="59">
                  <c:v>1704.5</c:v>
                </c:pt>
                <c:pt idx="60">
                  <c:v>1143</c:v>
                </c:pt>
                <c:pt idx="61">
                  <c:v>1022</c:v>
                </c:pt>
                <c:pt idx="62">
                  <c:v>620.5</c:v>
                </c:pt>
                <c:pt idx="63">
                  <c:v>727.2857143</c:v>
                </c:pt>
                <c:pt idx="64">
                  <c:v>861.6666667</c:v>
                </c:pt>
                <c:pt idx="65">
                  <c:v>1857</c:v>
                </c:pt>
                <c:pt idx="66">
                  <c:v>2055.285714</c:v>
                </c:pt>
                <c:pt idx="67">
                  <c:v>2596</c:v>
                </c:pt>
                <c:pt idx="68">
                  <c:v>1107</c:v>
                </c:pt>
                <c:pt idx="69">
                  <c:v>1145.714286</c:v>
                </c:pt>
                <c:pt idx="70">
                  <c:v>1098.333333</c:v>
                </c:pt>
                <c:pt idx="71">
                  <c:v>1097</c:v>
                </c:pt>
                <c:pt idx="72">
                  <c:v>1140</c:v>
                </c:pt>
                <c:pt idx="73">
                  <c:v>1095</c:v>
                </c:pt>
                <c:pt idx="74">
                  <c:v>638.5</c:v>
                </c:pt>
                <c:pt idx="75">
                  <c:v>555.1428571</c:v>
                </c:pt>
                <c:pt idx="76">
                  <c:v>478.3333333</c:v>
                </c:pt>
                <c:pt idx="77">
                  <c:v>958</c:v>
                </c:pt>
                <c:pt idx="78">
                  <c:v>766.4285714</c:v>
                </c:pt>
                <c:pt idx="79">
                  <c:v>628.3333333</c:v>
                </c:pt>
                <c:pt idx="80">
                  <c:v>2096</c:v>
                </c:pt>
                <c:pt idx="81">
                  <c:v>2191.857143</c:v>
                </c:pt>
                <c:pt idx="82">
                  <c:v>1977.666667</c:v>
                </c:pt>
                <c:pt idx="83">
                  <c:v>686</c:v>
                </c:pt>
                <c:pt idx="84">
                  <c:v>584.2142857</c:v>
                </c:pt>
                <c:pt idx="85">
                  <c:v>532</c:v>
                </c:pt>
                <c:pt idx="86">
                  <c:v>2148.5</c:v>
                </c:pt>
                <c:pt idx="87">
                  <c:v>2496.142857</c:v>
                </c:pt>
                <c:pt idx="88">
                  <c:v>2892.666667</c:v>
                </c:pt>
                <c:pt idx="89">
                  <c:v>3272.5</c:v>
                </c:pt>
                <c:pt idx="90">
                  <c:v>3119.571429</c:v>
                </c:pt>
                <c:pt idx="91">
                  <c:v>2556.333333</c:v>
                </c:pt>
                <c:pt idx="92">
                  <c:v>1353</c:v>
                </c:pt>
                <c:pt idx="93">
                  <c:v>849.7142857</c:v>
                </c:pt>
                <c:pt idx="94">
                  <c:v>1233.333333</c:v>
                </c:pt>
                <c:pt idx="95">
                  <c:v>59.42857143</c:v>
                </c:pt>
                <c:pt idx="96">
                  <c:v>2020.285714</c:v>
                </c:pt>
                <c:pt idx="97">
                  <c:v>740</c:v>
                </c:pt>
                <c:pt idx="98">
                  <c:v>781.1428571</c:v>
                </c:pt>
                <c:pt idx="99">
                  <c:v>798.6666667</c:v>
                </c:pt>
                <c:pt idx="100">
                  <c:v>496</c:v>
                </c:pt>
                <c:pt idx="101">
                  <c:v>464.4285714</c:v>
                </c:pt>
                <c:pt idx="102">
                  <c:v>394</c:v>
                </c:pt>
                <c:pt idx="103">
                  <c:v>786.5</c:v>
                </c:pt>
                <c:pt idx="104">
                  <c:v>1159.142857</c:v>
                </c:pt>
                <c:pt idx="105">
                  <c:v>1198.333333</c:v>
                </c:pt>
                <c:pt idx="106">
                  <c:v>1552.5</c:v>
                </c:pt>
                <c:pt idx="107">
                  <c:v>1719.714286</c:v>
                </c:pt>
                <c:pt idx="108">
                  <c:v>1416</c:v>
                </c:pt>
                <c:pt idx="109">
                  <c:v>271</c:v>
                </c:pt>
                <c:pt idx="110">
                  <c:v>231.1428571</c:v>
                </c:pt>
                <c:pt idx="111">
                  <c:v>183.6666667</c:v>
                </c:pt>
                <c:pt idx="112">
                  <c:v>4</c:v>
                </c:pt>
                <c:pt idx="113">
                  <c:v>3.285714286</c:v>
                </c:pt>
                <c:pt idx="114">
                  <c:v>2.666666667</c:v>
                </c:pt>
                <c:pt idx="115">
                  <c:v>1041</c:v>
                </c:pt>
                <c:pt idx="116">
                  <c:v>1329.285714</c:v>
                </c:pt>
                <c:pt idx="117">
                  <c:v>1521.666667</c:v>
                </c:pt>
                <c:pt idx="118">
                  <c:v>377</c:v>
                </c:pt>
                <c:pt idx="119">
                  <c:v>336</c:v>
                </c:pt>
                <c:pt idx="120">
                  <c:v>294.6666667</c:v>
                </c:pt>
                <c:pt idx="121">
                  <c:v>1321.5</c:v>
                </c:pt>
                <c:pt idx="122">
                  <c:v>1236.857143</c:v>
                </c:pt>
                <c:pt idx="123">
                  <c:v>1312</c:v>
                </c:pt>
                <c:pt idx="124">
                  <c:v>858.2857143</c:v>
                </c:pt>
                <c:pt idx="125">
                  <c:v>2337.714286</c:v>
                </c:pt>
                <c:pt idx="126">
                  <c:v>2528.5</c:v>
                </c:pt>
                <c:pt idx="127">
                  <c:v>1994</c:v>
                </c:pt>
                <c:pt idx="128">
                  <c:v>1970.666667</c:v>
                </c:pt>
              </c:numCache>
            </c:numRef>
          </c:yVal>
        </c:ser>
        <c:ser>
          <c:idx val="1"/>
          <c:order val="1"/>
          <c:tx>
            <c:v>Equal to baseline</c:v>
          </c:tx>
          <c:spPr>
            <a:solidFill>
              <a:srgbClr val="9CAAB0"/>
            </a:solidFill>
            <a:ln w="9525">
              <a:solidFill>
                <a:srgbClr val="8A9AA2"/>
              </a:solidFill>
              <a:prstDash val="dash"/>
            </a:ln>
          </c:spPr>
          <c:marker>
            <c:symbol val="dot"/>
            <c:size val="2"/>
            <c:spPr>
              <a:solidFill>
                <a:srgbClr val="9CAAB0"/>
              </a:solidFill>
              <a:ln>
                <a:noFill/>
              </a:ln>
            </c:spPr>
          </c:marker>
          <c:xVal>
            <c:numRef>
              <c:f>'Chart Data'!$C$2:$C$62</c:f>
              <c:numCache>
                <c:formatCode>General</c:formatCode>
                <c:ptCount val="61"/>
                <c:pt idx="0">
                  <c:v>0</c:v>
                </c:pt>
                <c:pt idx="1">
                  <c:v>126.6766667</c:v>
                </c:pt>
                <c:pt idx="2">
                  <c:v>253.3533333</c:v>
                </c:pt>
                <c:pt idx="3">
                  <c:v>380.03</c:v>
                </c:pt>
                <c:pt idx="4">
                  <c:v>506.7066667</c:v>
                </c:pt>
                <c:pt idx="5">
                  <c:v>633.3833333</c:v>
                </c:pt>
                <c:pt idx="6">
                  <c:v>760.06</c:v>
                </c:pt>
                <c:pt idx="7">
                  <c:v>886.7366667</c:v>
                </c:pt>
                <c:pt idx="8">
                  <c:v>1013.413333</c:v>
                </c:pt>
                <c:pt idx="9">
                  <c:v>1140.09</c:v>
                </c:pt>
                <c:pt idx="10">
                  <c:v>1266.766667</c:v>
                </c:pt>
                <c:pt idx="11">
                  <c:v>1393.443333</c:v>
                </c:pt>
                <c:pt idx="12">
                  <c:v>1520.12</c:v>
                </c:pt>
                <c:pt idx="13">
                  <c:v>1646.796667</c:v>
                </c:pt>
                <c:pt idx="14">
                  <c:v>1773.473333</c:v>
                </c:pt>
                <c:pt idx="15">
                  <c:v>1900.15</c:v>
                </c:pt>
                <c:pt idx="16">
                  <c:v>2026.826667</c:v>
                </c:pt>
                <c:pt idx="17">
                  <c:v>2153.503333</c:v>
                </c:pt>
                <c:pt idx="18">
                  <c:v>2280.18</c:v>
                </c:pt>
                <c:pt idx="19">
                  <c:v>2406.856667</c:v>
                </c:pt>
                <c:pt idx="20">
                  <c:v>2533.533333</c:v>
                </c:pt>
                <c:pt idx="21">
                  <c:v>2660.21</c:v>
                </c:pt>
                <c:pt idx="22">
                  <c:v>2786.886667</c:v>
                </c:pt>
                <c:pt idx="23">
                  <c:v>2913.563333</c:v>
                </c:pt>
                <c:pt idx="24">
                  <c:v>3040.24</c:v>
                </c:pt>
                <c:pt idx="25">
                  <c:v>3166.916667</c:v>
                </c:pt>
                <c:pt idx="26">
                  <c:v>3293.593333</c:v>
                </c:pt>
                <c:pt idx="27">
                  <c:v>3420.27</c:v>
                </c:pt>
                <c:pt idx="28">
                  <c:v>3546.946667</c:v>
                </c:pt>
                <c:pt idx="29">
                  <c:v>3673.623333</c:v>
                </c:pt>
                <c:pt idx="30">
                  <c:v>3800.3</c:v>
                </c:pt>
                <c:pt idx="31">
                  <c:v>3926.976667</c:v>
                </c:pt>
                <c:pt idx="32">
                  <c:v>4053.653333</c:v>
                </c:pt>
                <c:pt idx="33">
                  <c:v>4180.33</c:v>
                </c:pt>
                <c:pt idx="34">
                  <c:v>4307.006667</c:v>
                </c:pt>
                <c:pt idx="35">
                  <c:v>4433.683333</c:v>
                </c:pt>
                <c:pt idx="36">
                  <c:v>4560.36</c:v>
                </c:pt>
                <c:pt idx="37">
                  <c:v>4687.036667</c:v>
                </c:pt>
                <c:pt idx="38">
                  <c:v>4813.713333</c:v>
                </c:pt>
                <c:pt idx="39">
                  <c:v>4940.39</c:v>
                </c:pt>
                <c:pt idx="40">
                  <c:v>5067.066667</c:v>
                </c:pt>
                <c:pt idx="41">
                  <c:v>5193.743333</c:v>
                </c:pt>
                <c:pt idx="42">
                  <c:v>5320.42</c:v>
                </c:pt>
                <c:pt idx="43">
                  <c:v>5447.096667</c:v>
                </c:pt>
                <c:pt idx="44">
                  <c:v>5573.773333</c:v>
                </c:pt>
                <c:pt idx="45">
                  <c:v>5700.45</c:v>
                </c:pt>
                <c:pt idx="46">
                  <c:v>5827.126667</c:v>
                </c:pt>
                <c:pt idx="47">
                  <c:v>5953.803333</c:v>
                </c:pt>
                <c:pt idx="48">
                  <c:v>6080.48</c:v>
                </c:pt>
                <c:pt idx="49">
                  <c:v>6207.156667</c:v>
                </c:pt>
                <c:pt idx="50">
                  <c:v>6333.833333</c:v>
                </c:pt>
                <c:pt idx="51">
                  <c:v>6460.51</c:v>
                </c:pt>
                <c:pt idx="52">
                  <c:v>6587.186667</c:v>
                </c:pt>
                <c:pt idx="53">
                  <c:v>6713.863333</c:v>
                </c:pt>
                <c:pt idx="54">
                  <c:v>6840.54</c:v>
                </c:pt>
                <c:pt idx="55">
                  <c:v>6967.216667</c:v>
                </c:pt>
                <c:pt idx="56">
                  <c:v>7093.893333</c:v>
                </c:pt>
                <c:pt idx="57">
                  <c:v>7220.57</c:v>
                </c:pt>
                <c:pt idx="58">
                  <c:v>7347.246667</c:v>
                </c:pt>
                <c:pt idx="59">
                  <c:v>7473.923333</c:v>
                </c:pt>
                <c:pt idx="60">
                  <c:v>7600.6</c:v>
                </c:pt>
              </c:numCache>
            </c:numRef>
          </c:xVal>
          <c:yVal>
            <c:numRef>
              <c:f>'Chart Data'!$D$2:$D$62</c:f>
              <c:numCache>
                <c:formatCode>#,##0.0</c:formatCode>
                <c:ptCount val="61"/>
                <c:pt idx="0">
                  <c:v>0</c:v>
                </c:pt>
                <c:pt idx="1">
                  <c:v>126.6766667</c:v>
                </c:pt>
                <c:pt idx="2">
                  <c:v>253.3533333</c:v>
                </c:pt>
                <c:pt idx="3">
                  <c:v>380.03</c:v>
                </c:pt>
                <c:pt idx="4">
                  <c:v>506.7066667</c:v>
                </c:pt>
                <c:pt idx="5">
                  <c:v>633.3833333</c:v>
                </c:pt>
                <c:pt idx="6">
                  <c:v>760.06</c:v>
                </c:pt>
                <c:pt idx="7">
                  <c:v>886.7366667</c:v>
                </c:pt>
                <c:pt idx="8">
                  <c:v>1013.413333</c:v>
                </c:pt>
                <c:pt idx="9">
                  <c:v>1140.09</c:v>
                </c:pt>
                <c:pt idx="10">
                  <c:v>1266.766667</c:v>
                </c:pt>
                <c:pt idx="11">
                  <c:v>1393.443333</c:v>
                </c:pt>
                <c:pt idx="12">
                  <c:v>1520.12</c:v>
                </c:pt>
                <c:pt idx="13">
                  <c:v>1646.796667</c:v>
                </c:pt>
                <c:pt idx="14">
                  <c:v>1773.473333</c:v>
                </c:pt>
                <c:pt idx="15">
                  <c:v>1900.15</c:v>
                </c:pt>
                <c:pt idx="16">
                  <c:v>2026.826667</c:v>
                </c:pt>
                <c:pt idx="17">
                  <c:v>2153.503333</c:v>
                </c:pt>
                <c:pt idx="18">
                  <c:v>2280.18</c:v>
                </c:pt>
                <c:pt idx="19">
                  <c:v>2406.856667</c:v>
                </c:pt>
                <c:pt idx="20">
                  <c:v>2533.533333</c:v>
                </c:pt>
                <c:pt idx="21">
                  <c:v>2660.21</c:v>
                </c:pt>
                <c:pt idx="22">
                  <c:v>2786.886667</c:v>
                </c:pt>
                <c:pt idx="23">
                  <c:v>2913.563333</c:v>
                </c:pt>
                <c:pt idx="24">
                  <c:v>3040.24</c:v>
                </c:pt>
                <c:pt idx="25">
                  <c:v>3166.916667</c:v>
                </c:pt>
                <c:pt idx="26">
                  <c:v>3293.593333</c:v>
                </c:pt>
                <c:pt idx="27">
                  <c:v>3420.27</c:v>
                </c:pt>
                <c:pt idx="28">
                  <c:v>3546.946667</c:v>
                </c:pt>
                <c:pt idx="29">
                  <c:v>3673.623333</c:v>
                </c:pt>
                <c:pt idx="30">
                  <c:v>3800.3</c:v>
                </c:pt>
                <c:pt idx="31">
                  <c:v>3926.976667</c:v>
                </c:pt>
                <c:pt idx="32">
                  <c:v>4053.653333</c:v>
                </c:pt>
                <c:pt idx="33">
                  <c:v>4180.33</c:v>
                </c:pt>
                <c:pt idx="34">
                  <c:v>4307.006667</c:v>
                </c:pt>
                <c:pt idx="35">
                  <c:v>4433.683333</c:v>
                </c:pt>
                <c:pt idx="36">
                  <c:v>4560.36</c:v>
                </c:pt>
                <c:pt idx="37">
                  <c:v>4687.036667</c:v>
                </c:pt>
                <c:pt idx="38">
                  <c:v>4813.713333</c:v>
                </c:pt>
                <c:pt idx="39">
                  <c:v>4940.39</c:v>
                </c:pt>
                <c:pt idx="40">
                  <c:v>5067.066667</c:v>
                </c:pt>
                <c:pt idx="41">
                  <c:v>5193.743333</c:v>
                </c:pt>
                <c:pt idx="42">
                  <c:v>5320.42</c:v>
                </c:pt>
                <c:pt idx="43">
                  <c:v>5447.096667</c:v>
                </c:pt>
                <c:pt idx="44">
                  <c:v>5573.773333</c:v>
                </c:pt>
                <c:pt idx="45">
                  <c:v>5700.45</c:v>
                </c:pt>
                <c:pt idx="46">
                  <c:v>5827.126667</c:v>
                </c:pt>
                <c:pt idx="47">
                  <c:v>5953.803333</c:v>
                </c:pt>
                <c:pt idx="48">
                  <c:v>6080.48</c:v>
                </c:pt>
                <c:pt idx="49">
                  <c:v>6207.156667</c:v>
                </c:pt>
                <c:pt idx="50">
                  <c:v>6333.833333</c:v>
                </c:pt>
                <c:pt idx="51">
                  <c:v>6460.51</c:v>
                </c:pt>
                <c:pt idx="52">
                  <c:v>6587.186667</c:v>
                </c:pt>
                <c:pt idx="53">
                  <c:v>6713.863333</c:v>
                </c:pt>
                <c:pt idx="54">
                  <c:v>6840.54</c:v>
                </c:pt>
                <c:pt idx="55">
                  <c:v>6967.216667</c:v>
                </c:pt>
                <c:pt idx="56">
                  <c:v>7093.893333</c:v>
                </c:pt>
                <c:pt idx="57">
                  <c:v>7220.57</c:v>
                </c:pt>
                <c:pt idx="58">
                  <c:v>7347.246667</c:v>
                </c:pt>
                <c:pt idx="59">
                  <c:v>7473.923333</c:v>
                </c:pt>
                <c:pt idx="60">
                  <c:v>7600.6</c:v>
                </c:pt>
              </c:numCache>
            </c:numRef>
          </c:y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600.6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Lockdown: median vehicles/hour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</c:valAx>
      <c:valAx>
        <c:axId val="48650112"/>
        <c:scaling>
          <c:orientation val="minMax"/>
          <c:max val="7600.6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Not Lockdown: median vehicles/hour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1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Lockdown index</c:v>
          </c:tx>
          <c:spPr>
            <a:solidFill>
              <a:srgbClr val="D58A36"/>
            </a:solidFill>
            <a:ln w="0">
              <a:solidFill>
                <a:srgbClr val="D58A36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Supplied
n=129</c:v>
                </c:pt>
                <c:pt idx="1">
                  <c:v>Reference
n=130</c:v>
                </c:pt>
                <c:pt idx="2">
                  <c:v>Same month
n=3</c:v>
                </c:pt>
              </c:strCache>
            </c:strRef>
          </c:cat>
          <c:val>
            <c:numRef>
              <c:f>'Chart Data'!$B$2:$B$4</c:f>
              <c:numCache>
                <c:formatCode>#,##0.0</c:formatCode>
                <c:ptCount val="3"/>
                <c:pt idx="0">
                  <c:v>85.74529302</c:v>
                </c:pt>
                <c:pt idx="1">
                  <c:v>85.85285257</c:v>
                </c:pt>
                <c:pt idx="2">
                  <c:v>82.21323901</c:v>
                </c:pt>
              </c:numCache>
            </c:numRef>
          </c:val>
        </c:ser>
        <c:dLbls>
          <c:numFmt formatCode="#,##0.0" sourceLinked="0"/>
          <c:txPr>
            <a:bodyPr anchorCtr="1"/>
            <a:lstStyle/>
            <a:p>
              <a:pPr>
                <a:defRPr sz="1275" b="1">
                  <a:solidFill>
                    <a:srgbClr val="17323B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75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Index: Not Lockdown = 100</a:t>
                </a:r>
              </a:p>
            </c:rich>
          </c:tx>
          <c:overlay val="0"/>
          <c:txPr>
            <a:bodyPr anchorCtr="1"/>
            <a:lstStyle/>
            <a:p>
              <a:pPr>
                <a:defRPr sz="1275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1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During</c:v>
          </c:tx>
          <c:spPr>
            <a:solidFill>
              <a:srgbClr val="D58A36"/>
            </a:solidFill>
            <a:ln w="0">
              <a:solidFill>
                <a:srgbClr val="D58A36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Same location/time
n=721</c:v>
                </c:pt>
                <c:pt idx="1">
                  <c:v>Same report quarter
n=76</c:v>
                </c:pt>
                <c:pt idx="2">
                  <c:v>Same survey month
n=18</c:v>
                </c:pt>
              </c:strCache>
            </c:strRef>
          </c:cat>
          <c:val>
            <c:numRef>
              <c:f>'Chart Data'!$B$2:$B$4</c:f>
              <c:numCache>
                <c:formatCode>#,##0.0</c:formatCode>
                <c:ptCount val="3"/>
                <c:pt idx="0">
                  <c:v>91.46482122</c:v>
                </c:pt>
                <c:pt idx="1">
                  <c:v>87.67729015</c:v>
                </c:pt>
                <c:pt idx="2">
                  <c:v>87.29125949</c:v>
                </c:pt>
              </c:numCache>
            </c:numRef>
          </c:val>
        </c:ser>
        <c:ser>
          <c:idx val="1"/>
          <c:order val="1"/>
          <c:tx>
            <c:v>After</c:v>
          </c:tx>
          <c:spPr>
            <a:solidFill>
              <a:srgbClr val="178778"/>
            </a:solidFill>
            <a:ln w="0">
              <a:solidFill>
                <a:srgbClr val="17877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Same location/time
n=721</c:v>
                </c:pt>
                <c:pt idx="1">
                  <c:v>Same report quarter
n=76</c:v>
                </c:pt>
                <c:pt idx="2">
                  <c:v>Same survey month
n=18</c:v>
                </c:pt>
              </c:strCache>
            </c:strRef>
          </c:cat>
          <c:val>
            <c:numRef>
              <c:f>'Chart Data'!$D$2:$D$4</c:f>
              <c:numCache>
                <c:formatCode>#,##0.0</c:formatCode>
                <c:ptCount val="3"/>
                <c:pt idx="0">
                  <c:v>90.23846047</c:v>
                </c:pt>
                <c:pt idx="1">
                  <c:v>87.29516253</c:v>
                </c:pt>
                <c:pt idx="2">
                  <c:v>94.12788708</c:v>
                </c:pt>
              </c:numCache>
            </c:numRef>
          </c:val>
        </c:ser>
        <c:dLbls>
          <c:numFmt formatCode="#,##0.0" sourceLinked="0"/>
          <c:txPr>
            <a:bodyPr anchorCtr="1"/>
            <a:lstStyle/>
            <a:p>
              <a:pPr>
                <a:defRPr>
                  <a:latin typeface="Tahoma"/>
                  <a:ea typeface="Tahoma"/>
                  <a:cs typeface="Tahom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Median index: Before = 100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>
      <a:srgbClr val="FFFFFF"/>
    </a:solidFill>
  </c:spPr>
  <c:externalData r:id="rIdChartSnapshot1">
    <c:autoUpdate val="0"/>
  </c:externalData>
</c:chartSpace>
</file>

<file path=ppt/slides/charts/chart1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Before (rows=1045)</c:v>
          </c:tx>
          <c:spPr>
            <a:solidFill>
              <a:srgbClr val="557C9B"/>
            </a:solidFill>
            <a:ln w="0">
              <a:solidFill>
                <a:srgbClr val="557C9B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'Chart Data'!$B$2:$B$8</c:f>
              <c:numCache>
                <c:formatCode>#,##0.0</c:formatCode>
                <c:ptCount val="7"/>
                <c:pt idx="0">
                  <c:v>22.67942584</c:v>
                </c:pt>
                <c:pt idx="1">
                  <c:v>22.67942584</c:v>
                </c:pt>
                <c:pt idx="2">
                  <c:v>15.40669856</c:v>
                </c:pt>
                <c:pt idx="3">
                  <c:v>14.54545455</c:v>
                </c:pt>
                <c:pt idx="4">
                  <c:v>24.11483254</c:v>
                </c:pt>
                <c:pt idx="5">
                  <c:v>0</c:v>
                </c:pt>
                <c:pt idx="6">
                  <c:v>0.5741626794</c:v>
                </c:pt>
              </c:numCache>
            </c:numRef>
          </c:val>
        </c:ser>
        <c:ser>
          <c:idx val="1"/>
          <c:order val="1"/>
          <c:tx>
            <c:v>During (rows=893)</c:v>
          </c:tx>
          <c:spPr>
            <a:solidFill>
              <a:srgbClr val="D58A36"/>
            </a:solidFill>
            <a:ln w="0">
              <a:solidFill>
                <a:srgbClr val="D58A36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'Chart Data'!$D$2:$D$8</c:f>
              <c:numCache>
                <c:formatCode>#,##0.0</c:formatCode>
                <c:ptCount val="7"/>
                <c:pt idx="0">
                  <c:v>22.28443449</c:v>
                </c:pt>
                <c:pt idx="1">
                  <c:v>17.35722284</c:v>
                </c:pt>
                <c:pt idx="2">
                  <c:v>22.17245241</c:v>
                </c:pt>
                <c:pt idx="3">
                  <c:v>16.79731243</c:v>
                </c:pt>
                <c:pt idx="4">
                  <c:v>19.82082867</c:v>
                </c:pt>
                <c:pt idx="5">
                  <c:v>0</c:v>
                </c:pt>
                <c:pt idx="6">
                  <c:v>1.56774916</c:v>
                </c:pt>
              </c:numCache>
            </c:numRef>
          </c:val>
        </c:ser>
        <c:ser>
          <c:idx val="2"/>
          <c:order val="2"/>
          <c:tx>
            <c:v>After (rows=1107)</c:v>
          </c:tx>
          <c:spPr>
            <a:solidFill>
              <a:srgbClr val="178778"/>
            </a:solidFill>
            <a:ln w="0">
              <a:solidFill>
                <a:srgbClr val="178778"/>
              </a:solidFill>
            </a:ln>
          </c:spPr>
          <c:cat>
            <c:strRef>
              <c:f>'Chart Data'!$E$2:$E$8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'Chart Data'!$F$2:$F$8</c:f>
              <c:numCache>
                <c:formatCode>#,##0.0</c:formatCode>
                <c:ptCount val="7"/>
                <c:pt idx="0">
                  <c:v>23.48690154</c:v>
                </c:pt>
                <c:pt idx="1">
                  <c:v>14.45347787</c:v>
                </c:pt>
                <c:pt idx="2">
                  <c:v>19.51219512</c:v>
                </c:pt>
                <c:pt idx="3">
                  <c:v>18.78952123</c:v>
                </c:pt>
                <c:pt idx="4">
                  <c:v>22.22222222</c:v>
                </c:pt>
                <c:pt idx="5">
                  <c:v>0.9033423668</c:v>
                </c:pt>
                <c:pt idx="6">
                  <c:v>0.6323396567</c:v>
                </c:pt>
              </c:numCache>
            </c:numRef>
          </c:val>
        </c:ser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3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>
                    <a:solidFill>
                      <a:srgbClr val="536B75"/>
                    </a:solidFill>
                    <a:latin typeface="Tahoma"/>
                    <a:ea typeface="Tahoma"/>
                    <a:cs typeface="Tahoma"/>
                  </a:rPr>
                  <a:t>Share of matched survey rows (%)</a:t>
                </a:r>
              </a:p>
            </c:rich>
          </c:tx>
          <c:overlay val="0"/>
          <c:txPr>
            <a:bodyPr anchorCtr="1"/>
            <a:lstStyle/>
            <a:p>
              <a:pPr>
                <a:defRPr sz="1500">
                  <a:solidFill>
                    <a:srgbClr val="536B75"/>
                  </a:solidFill>
                  <a:latin typeface="Tahoma"/>
                  <a:ea typeface="Tahoma"/>
                  <a:cs typeface="Tahoma"/>
                </a:defRPr>
              </a:pPr>
            </a:p>
          </c:txPr>
        </c:title>
        <c:numFmt formatCode="#,##0.0"/>
        <c:majorTickMark val="none"/>
        <c:minorTickMark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>
          <a:srgbClr val="FFFFFF"/>
        </a:solidFill>
      </c:spPr>
    </c:plotArea>
    <c:plotVisOnly val="1"/>
    <c:legend>
      <c:legendPos val="b"/>
      <c:overlay val="0"/>
      <c:txPr>
        <a:bodyPr anchorCtr="1"/>
        <a:lstStyle/>
        <a:p>
          <a:pPr>
            <a:defRPr sz="1275">
              <a:solidFill>
                <a:srgbClr val="536B75"/>
              </a:solidFill>
              <a:latin typeface="Tahoma"/>
              <a:ea typeface="Tahoma"/>
              <a:cs typeface="Tahoma"/>
            </a:defRPr>
          </a:pPr>
        </a:p>
      </c:txPr>
    </c:legend>
  </c:chart>
  <c:spPr>
    <a:solidFill>
      <a:srgbClr val="FFFFFF"/>
    </a:solidFill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7323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679CFFEF-5815-4A83-8AAE-D6329F4FC98F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11049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Traffic Re:View</a:t>
            </a:r>
          </a:p>
        </p:txBody>
      </p:sp>
      <p:sp>
        <p:nvSpPr>
          <p:cNvPr id="2" name="">
            <a:extLst>
              <a:ext uri="{FF2B5EF4-FFF2-40B4-BE49-F238E27FC236}">
                <ns2:creationId id="{46A6543F-B60F-42C3-8D3D-7152BDCAB62B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BACED6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ACED6"/>
                </a:solidFill>
                <a:latin typeface="Tahoma"/>
                <a:ea typeface="Tahoma"/>
                <a:cs typeface="Tahoma"/>
              </a:rPr>
              <a:t>01 / 22</a:t>
            </a:r>
          </a:p>
        </p:txBody>
      </p:sp>
      <p:sp>
        <p:nvSpPr>
          <p:cNvPr id="3" name="">
            <a:extLst>
              <a:ext uri="{FF2B5EF4-FFF2-40B4-BE49-F238E27FC236}">
                <ns2:creationId id="{E54255C9-A247-4610-8296-E36651AC267E}"/>
              </a:ext>
            </a:extLst>
          </p:cNvPr>
          <p:cNvSpPr>
            <a:spLocks noGrp="1"/>
          </p:cNvSpPr>
          <p:nvPr/>
        </p:nvSpPr>
        <p:spPr>
          <a:xfrm>
            <a:off x="571500" y="2667000"/>
            <a:ext cx="10858500" cy="419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Aft>
                <a:spcPts val="1700"/>
              </a:spcAft>
              <a:defRPr sz="2400" b="0">
                <a:solidFill>
                  <a:srgbClr val="D6E5E9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D6E5E9"/>
                </a:solidFill>
                <a:latin typeface="Tahoma"/>
                <a:ea typeface="Tahoma"/>
                <a:cs typeface="Tahoma"/>
              </a:rPr>
              <a:t>ปริมาณรถที่ทางแยกกรุงเทพมหานคร</a:t>
            </a:r>
          </a:p>
          <a:p>
            <a:pPr>
              <a:spcAft>
                <a:spcPts val="1700"/>
              </a:spcAft>
              <a:defRPr sz="2400" b="0">
                <a:solidFill>
                  <a:srgbClr val="D6E5E9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D6E5E9"/>
                </a:solidFill>
                <a:latin typeface="Tahoma"/>
                <a:ea typeface="Tahoma"/>
                <a:cs typeface="Tahoma"/>
              </a:rPr>
              <a:t>Before · During · After COVID</a:t>
            </a:r>
          </a:p>
          <a:p>
            <a:pPr>
              <a:spcAft>
                <a:spcPts val="1700"/>
              </a:spcAft>
              <a:defRPr sz="2400" b="0">
                <a:solidFill>
                  <a:srgbClr val="D6E5E9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D6E5E9"/>
                </a:solidFill>
                <a:latin typeface="Tahoma"/>
                <a:ea typeface="Tahoma"/>
                <a:cs typeface="Tahoma"/>
              </a:rPr>
              <a:t>DADS5001 | Final presentation V5</a:t>
            </a:r>
          </a:p>
        </p:txBody>
      </p:sp>
    </p:spTree>
    <p:extLst>
      <p:ext uri="{BB962C8B-B14F-4D97-AF65-F5344CB8AC3E}">
        <ns3:creationId val="1585664704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5446D82D-8553-4C9B-99C2-12743D09D6FC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ที่มาและคำถามของโครงการ</a:t>
            </a:r>
          </a:p>
        </p:txBody>
      </p:sp>
      <p:sp>
        <p:nvSpPr>
          <p:cNvPr id="2" name="">
            <a:extLst>
              <a:ext uri="{FF2B5EF4-FFF2-40B4-BE49-F238E27FC236}">
                <ns2:creationId id="{18D4B5ED-EF56-4D69-AF3B-4D69565E922E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02 / 22</a:t>
            </a:r>
          </a:p>
        </p:txBody>
      </p:sp>
      <p:sp>
        <p:nvSpPr>
          <p:cNvPr id="3" name="">
            <a:extLst>
              <a:ext uri="{FF2B5EF4-FFF2-40B4-BE49-F238E27FC236}">
                <ns2:creationId id="{446CA300-9937-4889-A704-8B14B6160D00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858500" cy="419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ข้อมูลผลสำรวจทางแยกของ สจส. กรุงเทพมหานคร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1. หน่วยเดิมเปลี่ยนไปอย่างไรในสามช่วง?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2. สถานที่และประเภทรถเปลี่ยนเหมือนกันหรือไม่?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3. ผลไวต่อวันสำรวจและนิยาม Lockdown แค่ไหน?</a:t>
            </a:r>
          </a:p>
        </p:txBody>
      </p:sp>
    </p:spTree>
    <p:extLst>
      <p:ext uri="{BB962C8B-B14F-4D97-AF65-F5344CB8AC3E}">
        <ns3:creationId val="1779914572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256F148D-B26D-4037-BDD7-38DFA688CDBB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ฐานการเปรียบเทียบที่ใช้ร่วมกัน</a:t>
            </a:r>
          </a:p>
        </p:txBody>
      </p:sp>
      <p:sp>
        <p:nvSpPr>
          <p:cNvPr id="2" name="">
            <a:extLst>
              <a:ext uri="{FF2B5EF4-FFF2-40B4-BE49-F238E27FC236}">
                <ns2:creationId id="{44ED8BDB-D968-4A60-A396-C47F22BBC4E2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03 / 22</a:t>
            </a:r>
          </a:p>
        </p:txBody>
      </p:sp>
      <p:sp>
        <p:nvSpPr>
          <p:cNvPr id="3" name="">
            <a:extLst>
              <a:ext uri="{FF2B5EF4-FFF2-40B4-BE49-F238E27FC236}">
                <ns2:creationId id="{A486947E-3033-4652-9647-2A97EF6EACCA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858500" cy="419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แบ่งช่วงด้วย covid_period ตามไฟล์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Before 2017–2019 | During 2020–2021 | After 2022–2026-05-29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คัน/ชั่วโมง = รถ 6 หมวด ÷ ชั่วโมงสำรวจ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จับคู่ ทางแยก + ถนน + เวลา ครบสามช่วง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17,440 แถว → 17,250 ผ่านเกณฑ์ → 3,045 แถว / 721 หน่วย</a:t>
            </a:r>
          </a:p>
        </p:txBody>
      </p:sp>
    </p:spTree>
    <p:extLst>
      <p:ext uri="{BB962C8B-B14F-4D97-AF65-F5344CB8AC3E}">
        <ns3:creationId val="206236021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C7673C64-7B97-4687-85BA-953732985E9D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01  ข้อมูลครอบคลุมวันใดบ้าง</a:t>
            </a:r>
          </a:p>
        </p:txBody>
      </p:sp>
      <p:sp>
        <p:nvSpPr>
          <p:cNvPr id="2" name="">
            <a:extLst>
              <a:ext uri="{FF2B5EF4-FFF2-40B4-BE49-F238E27FC236}">
                <ns2:creationId id="{739AE8D6-9094-4CAE-A333-38EA9B1669BE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04 / 22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="571500" y="1285875"/>
          <a:ext cx="11049000" cy="3905250"/>
        </p:xfrm>
        <a:graphic>
          <a:graphicData uri="http://schemas.openxmlformats.org/drawingml/2006/table">
            <a:tbl>
              <a:tblPr/>
              <a:tblGrid>
                <a:gridCol w="857250"/>
                <a:gridCol w="849313"/>
                <a:gridCol w="849313"/>
                <a:gridCol w="849313"/>
                <a:gridCol w="849313"/>
                <a:gridCol w="849313"/>
                <a:gridCol w="849313"/>
                <a:gridCol w="849313"/>
                <a:gridCol w="849313"/>
                <a:gridCol w="849313"/>
                <a:gridCol w="849313"/>
                <a:gridCol w="849313"/>
                <a:gridCol w="849313"/>
              </a:tblGrid>
              <a:tr h="35502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/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2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3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4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5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6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7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8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10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11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12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2017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57150" marR="57150" marT="19050" marB="19050">
                    <a:solidFill>
                      <a:srgbClr val="DC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57150" marR="57150" marT="19050" marB="19050">
                    <a:solidFill>
                      <a:srgbClr val="DC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162</a:t>
                      </a:r>
                    </a:p>
                  </a:txBody>
                  <a:tcPr marL="57150" marR="57150" marT="19050" marB="19050">
                    <a:solidFill>
                      <a:srgbClr val="86B5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111</a:t>
                      </a:r>
                    </a:p>
                  </a:txBody>
                  <a:tcPr marL="57150" marR="57150" marT="19050" marB="19050">
                    <a:solidFill>
                      <a:srgbClr val="A1C7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165</a:t>
                      </a:r>
                    </a:p>
                  </a:txBody>
                  <a:tcPr marL="57150" marR="57150" marT="19050" marB="19050">
                    <a:solidFill>
                      <a:srgbClr val="85B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141</a:t>
                      </a:r>
                    </a:p>
                  </a:txBody>
                  <a:tcPr marL="57150" marR="57150" marT="19050" marB="19050">
                    <a:solidFill>
                      <a:srgbClr val="92BD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171</a:t>
                      </a:r>
                    </a:p>
                  </a:txBody>
                  <a:tcPr marL="57150" marR="57150" marT="19050" marB="19050">
                    <a:solidFill>
                      <a:srgbClr val="82B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165</a:t>
                      </a:r>
                    </a:p>
                  </a:txBody>
                  <a:tcPr marL="57150" marR="57150" marT="19050" marB="19050">
                    <a:solidFill>
                      <a:srgbClr val="85B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84</a:t>
                      </a:r>
                    </a:p>
                  </a:txBody>
                  <a:tcPr marL="57150" marR="57150" marT="19050" marB="19050">
                    <a:solidFill>
                      <a:srgbClr val="B0D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138</a:t>
                      </a:r>
                    </a:p>
                  </a:txBody>
                  <a:tcPr marL="57150" marR="57150" marT="19050" marB="19050">
                    <a:solidFill>
                      <a:srgbClr val="93BE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165</a:t>
                      </a:r>
                    </a:p>
                  </a:txBody>
                  <a:tcPr marL="57150" marR="57150" marT="19050" marB="19050">
                    <a:solidFill>
                      <a:srgbClr val="85B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120</a:t>
                      </a:r>
                    </a:p>
                  </a:txBody>
                  <a:tcPr marL="57150" marR="57150" marT="19050" marB="19050">
                    <a:solidFill>
                      <a:srgbClr val="9DC4D9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2018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195</a:t>
                      </a:r>
                    </a:p>
                  </a:txBody>
                  <a:tcPr marL="57150" marR="57150" marT="19050" marB="19050">
                    <a:solidFill>
                      <a:srgbClr val="75AA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114</a:t>
                      </a:r>
                    </a:p>
                  </a:txBody>
                  <a:tcPr marL="57150" marR="57150" marT="19050" marB="19050">
                    <a:solidFill>
                      <a:srgbClr val="A0C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126</a:t>
                      </a:r>
                    </a:p>
                  </a:txBody>
                  <a:tcPr marL="57150" marR="57150" marT="19050" marB="19050">
                    <a:solidFill>
                      <a:srgbClr val="99C2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78</a:t>
                      </a:r>
                    </a:p>
                  </a:txBody>
                  <a:tcPr marL="57150" marR="57150" marT="19050" marB="19050">
                    <a:solidFill>
                      <a:srgbClr val="B3D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162</a:t>
                      </a:r>
                    </a:p>
                  </a:txBody>
                  <a:tcPr marL="57150" marR="57150" marT="19050" marB="19050">
                    <a:solidFill>
                      <a:srgbClr val="86B5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132</a:t>
                      </a:r>
                    </a:p>
                  </a:txBody>
                  <a:tcPr marL="57150" marR="57150" marT="19050" marB="19050">
                    <a:solidFill>
                      <a:srgbClr val="96C0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153</a:t>
                      </a:r>
                    </a:p>
                  </a:txBody>
                  <a:tcPr marL="57150" marR="57150" marT="19050" marB="19050">
                    <a:solidFill>
                      <a:srgbClr val="8BB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162</a:t>
                      </a:r>
                    </a:p>
                  </a:txBody>
                  <a:tcPr marL="57150" marR="57150" marT="19050" marB="19050">
                    <a:solidFill>
                      <a:srgbClr val="86B5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126</a:t>
                      </a:r>
                    </a:p>
                  </a:txBody>
                  <a:tcPr marL="57150" marR="57150" marT="19050" marB="19050">
                    <a:solidFill>
                      <a:srgbClr val="99C2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156</a:t>
                      </a:r>
                    </a:p>
                  </a:txBody>
                  <a:tcPr marL="57150" marR="57150" marT="19050" marB="19050">
                    <a:solidFill>
                      <a:srgbClr val="8AB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159</a:t>
                      </a:r>
                    </a:p>
                  </a:txBody>
                  <a:tcPr marL="57150" marR="57150" marT="19050" marB="19050">
                    <a:solidFill>
                      <a:srgbClr val="88B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108</a:t>
                      </a:r>
                    </a:p>
                  </a:txBody>
                  <a:tcPr marL="57150" marR="57150" marT="19050" marB="19050">
                    <a:solidFill>
                      <a:srgbClr val="A3C8DC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2019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168</a:t>
                      </a:r>
                    </a:p>
                  </a:txBody>
                  <a:tcPr marL="57150" marR="57150" marT="19050" marB="19050">
                    <a:solidFill>
                      <a:srgbClr val="83B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165</a:t>
                      </a:r>
                    </a:p>
                  </a:txBody>
                  <a:tcPr marL="57150" marR="57150" marT="19050" marB="19050">
                    <a:solidFill>
                      <a:srgbClr val="85B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195</a:t>
                      </a:r>
                    </a:p>
                  </a:txBody>
                  <a:tcPr marL="57150" marR="57150" marT="19050" marB="19050">
                    <a:solidFill>
                      <a:srgbClr val="75AA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135</a:t>
                      </a:r>
                    </a:p>
                  </a:txBody>
                  <a:tcPr marL="57150" marR="57150" marT="19050" marB="19050">
                    <a:solidFill>
                      <a:srgbClr val="95B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162</a:t>
                      </a:r>
                    </a:p>
                  </a:txBody>
                  <a:tcPr marL="57150" marR="57150" marT="19050" marB="19050">
                    <a:solidFill>
                      <a:srgbClr val="86B5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81</a:t>
                      </a:r>
                    </a:p>
                  </a:txBody>
                  <a:tcPr marL="57150" marR="57150" marT="19050" marB="19050">
                    <a:solidFill>
                      <a:srgbClr val="B1D1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132</a:t>
                      </a:r>
                    </a:p>
                  </a:txBody>
                  <a:tcPr marL="57150" marR="57150" marT="19050" marB="19050">
                    <a:solidFill>
                      <a:srgbClr val="96C0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183</a:t>
                      </a:r>
                    </a:p>
                  </a:txBody>
                  <a:tcPr marL="57150" marR="57150" marT="19050" marB="19050">
                    <a:solidFill>
                      <a:srgbClr val="7BAE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150</a:t>
                      </a:r>
                    </a:p>
                  </a:txBody>
                  <a:tcPr marL="57150" marR="57150" marT="19050" marB="19050">
                    <a:solidFill>
                      <a:srgbClr val="8DB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159</a:t>
                      </a:r>
                    </a:p>
                  </a:txBody>
                  <a:tcPr marL="57150" marR="57150" marT="19050" marB="19050">
                    <a:solidFill>
                      <a:srgbClr val="88B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144</a:t>
                      </a:r>
                    </a:p>
                  </a:txBody>
                  <a:tcPr marL="57150" marR="57150" marT="19050" marB="19050">
                    <a:solidFill>
                      <a:srgbClr val="90BB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150</a:t>
                      </a:r>
                    </a:p>
                  </a:txBody>
                  <a:tcPr marL="57150" marR="57150" marT="19050" marB="19050">
                    <a:solidFill>
                      <a:srgbClr val="8DB9D1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2020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187</a:t>
                      </a:r>
                    </a:p>
                  </a:txBody>
                  <a:tcPr marL="57150" marR="57150" marT="19050" marB="19050">
                    <a:solidFill>
                      <a:srgbClr val="79AD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168</a:t>
                      </a:r>
                    </a:p>
                  </a:txBody>
                  <a:tcPr marL="57150" marR="57150" marT="19050" marB="19050">
                    <a:solidFill>
                      <a:srgbClr val="83B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153</a:t>
                      </a:r>
                    </a:p>
                  </a:txBody>
                  <a:tcPr marL="57150" marR="57150" marT="19050" marB="19050">
                    <a:solidFill>
                      <a:srgbClr val="8BB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9</a:t>
                      </a:r>
                    </a:p>
                  </a:txBody>
                  <a:tcPr marL="57150" marR="57150" marT="19050" marB="19050">
                    <a:solidFill>
                      <a:srgbClr val="D7E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144</a:t>
                      </a:r>
                    </a:p>
                  </a:txBody>
                  <a:tcPr marL="57150" marR="57150" marT="19050" marB="19050">
                    <a:solidFill>
                      <a:srgbClr val="90BB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150</a:t>
                      </a:r>
                    </a:p>
                  </a:txBody>
                  <a:tcPr marL="57150" marR="57150" marT="19050" marB="19050">
                    <a:solidFill>
                      <a:srgbClr val="8DB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144</a:t>
                      </a:r>
                    </a:p>
                  </a:txBody>
                  <a:tcPr marL="57150" marR="57150" marT="19050" marB="19050">
                    <a:solidFill>
                      <a:srgbClr val="90BB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282</a:t>
                      </a:r>
                    </a:p>
                  </a:txBody>
                  <a:tcPr marL="57150" marR="57150" marT="19050" marB="19050">
                    <a:solidFill>
                      <a:srgbClr val="478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141</a:t>
                      </a:r>
                    </a:p>
                  </a:txBody>
                  <a:tcPr marL="57150" marR="57150" marT="19050" marB="19050">
                    <a:solidFill>
                      <a:srgbClr val="92BD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87</a:t>
                      </a:r>
                    </a:p>
                  </a:txBody>
                  <a:tcPr marL="57150" marR="57150" marT="19050" marB="19050">
                    <a:solidFill>
                      <a:srgbClr val="AECF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144</a:t>
                      </a:r>
                    </a:p>
                  </a:txBody>
                  <a:tcPr marL="57150" marR="57150" marT="19050" marB="19050">
                    <a:solidFill>
                      <a:srgbClr val="90BB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159</a:t>
                      </a:r>
                    </a:p>
                  </a:txBody>
                  <a:tcPr marL="57150" marR="57150" marT="19050" marB="19050">
                    <a:solidFill>
                      <a:srgbClr val="88B6CF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2021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138</a:t>
                      </a:r>
                    </a:p>
                  </a:txBody>
                  <a:tcPr marL="57150" marR="57150" marT="19050" marB="19050">
                    <a:solidFill>
                      <a:srgbClr val="93BE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141</a:t>
                      </a:r>
                    </a:p>
                  </a:txBody>
                  <a:tcPr marL="57150" marR="57150" marT="19050" marB="19050">
                    <a:solidFill>
                      <a:srgbClr val="92BD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180</a:t>
                      </a:r>
                    </a:p>
                  </a:txBody>
                  <a:tcPr marL="57150" marR="57150" marT="19050" marB="19050">
                    <a:solidFill>
                      <a:srgbClr val="7DAF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132</a:t>
                      </a:r>
                    </a:p>
                  </a:txBody>
                  <a:tcPr marL="57150" marR="57150" marT="19050" marB="19050">
                    <a:solidFill>
                      <a:srgbClr val="96C0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129</a:t>
                      </a:r>
                    </a:p>
                  </a:txBody>
                  <a:tcPr marL="57150" marR="57150" marT="19050" marB="19050">
                    <a:solidFill>
                      <a:srgbClr val="98C1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177</a:t>
                      </a:r>
                    </a:p>
                  </a:txBody>
                  <a:tcPr marL="57150" marR="57150" marT="19050" marB="19050">
                    <a:solidFill>
                      <a:srgbClr val="7EB0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243</a:t>
                      </a:r>
                    </a:p>
                  </a:txBody>
                  <a:tcPr marL="57150" marR="57150" marT="19050" marB="19050">
                    <a:solidFill>
                      <a:srgbClr val="5C99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255</a:t>
                      </a:r>
                    </a:p>
                  </a:txBody>
                  <a:tcPr marL="57150" marR="57150" marT="19050" marB="19050">
                    <a:solidFill>
                      <a:srgbClr val="559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186</a:t>
                      </a:r>
                    </a:p>
                  </a:txBody>
                  <a:tcPr marL="57150" marR="57150" marT="19050" marB="19050">
                    <a:solidFill>
                      <a:srgbClr val="7AAD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240</a:t>
                      </a:r>
                    </a:p>
                  </a:txBody>
                  <a:tcPr marL="57150" marR="57150" marT="19050" marB="19050">
                    <a:solidFill>
                      <a:srgbClr val="5D9A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168</a:t>
                      </a:r>
                    </a:p>
                  </a:txBody>
                  <a:tcPr marL="57150" marR="57150" marT="19050" marB="19050">
                    <a:solidFill>
                      <a:srgbClr val="83B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147</a:t>
                      </a:r>
                    </a:p>
                  </a:txBody>
                  <a:tcPr marL="57150" marR="57150" marT="19050" marB="19050">
                    <a:solidFill>
                      <a:srgbClr val="8EBAD2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2022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228</a:t>
                      </a:r>
                    </a:p>
                  </a:txBody>
                  <a:tcPr marL="57150" marR="57150" marT="19050" marB="19050">
                    <a:solidFill>
                      <a:srgbClr val="649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150</a:t>
                      </a:r>
                    </a:p>
                  </a:txBody>
                  <a:tcPr marL="57150" marR="57150" marT="19050" marB="19050">
                    <a:solidFill>
                      <a:srgbClr val="8DB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171</a:t>
                      </a:r>
                    </a:p>
                  </a:txBody>
                  <a:tcPr marL="57150" marR="57150" marT="19050" marB="19050">
                    <a:solidFill>
                      <a:srgbClr val="82B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138</a:t>
                      </a:r>
                    </a:p>
                  </a:txBody>
                  <a:tcPr marL="57150" marR="57150" marT="19050" marB="19050">
                    <a:solidFill>
                      <a:srgbClr val="93BE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150</a:t>
                      </a:r>
                    </a:p>
                  </a:txBody>
                  <a:tcPr marL="57150" marR="57150" marT="19050" marB="19050">
                    <a:solidFill>
                      <a:srgbClr val="8DB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183</a:t>
                      </a:r>
                    </a:p>
                  </a:txBody>
                  <a:tcPr marL="57150" marR="57150" marT="19050" marB="19050">
                    <a:solidFill>
                      <a:srgbClr val="7BAE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144</a:t>
                      </a:r>
                    </a:p>
                  </a:txBody>
                  <a:tcPr marL="57150" marR="57150" marT="19050" marB="19050">
                    <a:solidFill>
                      <a:srgbClr val="90BB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231</a:t>
                      </a:r>
                    </a:p>
                  </a:txBody>
                  <a:tcPr marL="57150" marR="57150" marT="19050" marB="19050">
                    <a:solidFill>
                      <a:srgbClr val="629E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255</a:t>
                      </a:r>
                    </a:p>
                  </a:txBody>
                  <a:tcPr marL="57150" marR="57150" marT="19050" marB="19050">
                    <a:solidFill>
                      <a:srgbClr val="559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159</a:t>
                      </a:r>
                    </a:p>
                  </a:txBody>
                  <a:tcPr marL="57150" marR="57150" marT="19050" marB="19050">
                    <a:solidFill>
                      <a:srgbClr val="88B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147</a:t>
                      </a:r>
                    </a:p>
                  </a:txBody>
                  <a:tcPr marL="57150" marR="57150" marT="19050" marB="19050">
                    <a:solidFill>
                      <a:srgbClr val="8EB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92</a:t>
                      </a:r>
                    </a:p>
                  </a:txBody>
                  <a:tcPr marL="57150" marR="57150" marT="19050" marB="19050">
                    <a:solidFill>
                      <a:srgbClr val="ABCDE0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2023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162</a:t>
                      </a:r>
                    </a:p>
                  </a:txBody>
                  <a:tcPr marL="57150" marR="57150" marT="19050" marB="19050">
                    <a:solidFill>
                      <a:srgbClr val="86B5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138</a:t>
                      </a:r>
                    </a:p>
                  </a:txBody>
                  <a:tcPr marL="57150" marR="57150" marT="19050" marB="19050">
                    <a:solidFill>
                      <a:srgbClr val="93BE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162</a:t>
                      </a:r>
                    </a:p>
                  </a:txBody>
                  <a:tcPr marL="57150" marR="57150" marT="19050" marB="19050">
                    <a:solidFill>
                      <a:srgbClr val="86B5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111</a:t>
                      </a:r>
                    </a:p>
                  </a:txBody>
                  <a:tcPr marL="57150" marR="57150" marT="19050" marB="19050">
                    <a:solidFill>
                      <a:srgbClr val="A1C7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159</a:t>
                      </a:r>
                    </a:p>
                  </a:txBody>
                  <a:tcPr marL="57150" marR="57150" marT="19050" marB="19050">
                    <a:solidFill>
                      <a:srgbClr val="88B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180</a:t>
                      </a:r>
                    </a:p>
                  </a:txBody>
                  <a:tcPr marL="57150" marR="57150" marT="19050" marB="19050">
                    <a:solidFill>
                      <a:srgbClr val="7DAF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147</a:t>
                      </a:r>
                    </a:p>
                  </a:txBody>
                  <a:tcPr marL="57150" marR="57150" marT="19050" marB="19050">
                    <a:solidFill>
                      <a:srgbClr val="8EB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180</a:t>
                      </a:r>
                    </a:p>
                  </a:txBody>
                  <a:tcPr marL="57150" marR="57150" marT="19050" marB="19050">
                    <a:solidFill>
                      <a:srgbClr val="7DAF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180</a:t>
                      </a:r>
                    </a:p>
                  </a:txBody>
                  <a:tcPr marL="57150" marR="57150" marT="19050" marB="19050">
                    <a:solidFill>
                      <a:srgbClr val="7DAF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171</a:t>
                      </a:r>
                    </a:p>
                  </a:txBody>
                  <a:tcPr marL="57150" marR="57150" marT="19050" marB="19050">
                    <a:solidFill>
                      <a:srgbClr val="82B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198</a:t>
                      </a:r>
                    </a:p>
                  </a:txBody>
                  <a:tcPr marL="57150" marR="57150" marT="19050" marB="19050">
                    <a:solidFill>
                      <a:srgbClr val="73A9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135</a:t>
                      </a:r>
                    </a:p>
                  </a:txBody>
                  <a:tcPr marL="57150" marR="57150" marT="19050" marB="19050">
                    <a:solidFill>
                      <a:srgbClr val="95BFD5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2024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192</a:t>
                      </a:r>
                    </a:p>
                  </a:txBody>
                  <a:tcPr marL="57150" marR="57150" marT="19050" marB="19050">
                    <a:solidFill>
                      <a:srgbClr val="77AB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183</a:t>
                      </a:r>
                    </a:p>
                  </a:txBody>
                  <a:tcPr marL="57150" marR="57150" marT="19050" marB="19050">
                    <a:solidFill>
                      <a:srgbClr val="7BAE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150</a:t>
                      </a:r>
                    </a:p>
                  </a:txBody>
                  <a:tcPr marL="57150" marR="57150" marT="19050" marB="19050">
                    <a:solidFill>
                      <a:srgbClr val="8DB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147</a:t>
                      </a:r>
                    </a:p>
                  </a:txBody>
                  <a:tcPr marL="57150" marR="57150" marT="19050" marB="19050">
                    <a:solidFill>
                      <a:srgbClr val="8EB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198</a:t>
                      </a:r>
                    </a:p>
                  </a:txBody>
                  <a:tcPr marL="57150" marR="57150" marT="19050" marB="19050">
                    <a:solidFill>
                      <a:srgbClr val="73A9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156</a:t>
                      </a:r>
                    </a:p>
                  </a:txBody>
                  <a:tcPr marL="57150" marR="57150" marT="19050" marB="19050">
                    <a:solidFill>
                      <a:srgbClr val="8AB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125</a:t>
                      </a:r>
                    </a:p>
                  </a:txBody>
                  <a:tcPr marL="57150" marR="57150" marT="19050" marB="19050">
                    <a:solidFill>
                      <a:srgbClr val="9AC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79</a:t>
                      </a:r>
                    </a:p>
                  </a:txBody>
                  <a:tcPr marL="57150" marR="57150" marT="19050" marB="19050">
                    <a:solidFill>
                      <a:srgbClr val="B2D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159</a:t>
                      </a:r>
                    </a:p>
                  </a:txBody>
                  <a:tcPr marL="57150" marR="57150" marT="19050" marB="19050">
                    <a:solidFill>
                      <a:srgbClr val="88B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162</a:t>
                      </a:r>
                    </a:p>
                  </a:txBody>
                  <a:tcPr marL="57150" marR="57150" marT="19050" marB="19050">
                    <a:solidFill>
                      <a:srgbClr val="86B5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189</a:t>
                      </a:r>
                    </a:p>
                  </a:txBody>
                  <a:tcPr marL="57150" marR="57150" marT="19050" marB="19050">
                    <a:solidFill>
                      <a:srgbClr val="78AC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135</a:t>
                      </a:r>
                    </a:p>
                  </a:txBody>
                  <a:tcPr marL="57150" marR="57150" marT="19050" marB="19050">
                    <a:solidFill>
                      <a:srgbClr val="95BFD5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2025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189</a:t>
                      </a:r>
                    </a:p>
                  </a:txBody>
                  <a:tcPr marL="57150" marR="57150" marT="19050" marB="19050">
                    <a:solidFill>
                      <a:srgbClr val="78AC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165</a:t>
                      </a:r>
                    </a:p>
                  </a:txBody>
                  <a:tcPr marL="57150" marR="57150" marT="19050" marB="19050">
                    <a:solidFill>
                      <a:srgbClr val="85B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183</a:t>
                      </a:r>
                    </a:p>
                  </a:txBody>
                  <a:tcPr marL="57150" marR="57150" marT="19050" marB="19050">
                    <a:solidFill>
                      <a:srgbClr val="7BAE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171</a:t>
                      </a:r>
                    </a:p>
                  </a:txBody>
                  <a:tcPr marL="57150" marR="57150" marT="19050" marB="19050">
                    <a:solidFill>
                      <a:srgbClr val="82B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156</a:t>
                      </a:r>
                    </a:p>
                  </a:txBody>
                  <a:tcPr marL="57150" marR="57150" marT="19050" marB="19050">
                    <a:solidFill>
                      <a:srgbClr val="8AB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117</a:t>
                      </a:r>
                    </a:p>
                  </a:txBody>
                  <a:tcPr marL="57150" marR="57150" marT="19050" marB="19050">
                    <a:solidFill>
                      <a:srgbClr val="9EC5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226</a:t>
                      </a:r>
                    </a:p>
                  </a:txBody>
                  <a:tcPr marL="57150" marR="57150" marT="19050" marB="19050">
                    <a:solidFill>
                      <a:srgbClr val="659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197</a:t>
                      </a:r>
                    </a:p>
                  </a:txBody>
                  <a:tcPr marL="57150" marR="57150" marT="19050" marB="19050">
                    <a:solidFill>
                      <a:srgbClr val="74A9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159</a:t>
                      </a:r>
                    </a:p>
                  </a:txBody>
                  <a:tcPr marL="57150" marR="57150" marT="19050" marB="19050">
                    <a:solidFill>
                      <a:srgbClr val="88B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177</a:t>
                      </a:r>
                    </a:p>
                  </a:txBody>
                  <a:tcPr marL="57150" marR="57150" marT="19050" marB="19050">
                    <a:solidFill>
                      <a:srgbClr val="7EB0C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129</a:t>
                      </a:r>
                    </a:p>
                  </a:txBody>
                  <a:tcPr marL="57150" marR="57150" marT="19050" marB="19050">
                    <a:solidFill>
                      <a:srgbClr val="98C1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193</a:t>
                      </a:r>
                    </a:p>
                  </a:txBody>
                  <a:tcPr marL="57150" marR="57150" marT="19050" marB="19050">
                    <a:solidFill>
                      <a:srgbClr val="76ABC6"/>
                    </a:solidFill>
                  </a:tcPr>
                </a:tc>
              </a:tr>
              <a:tr h="35502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2026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123</a:t>
                      </a:r>
                    </a:p>
                  </a:txBody>
                  <a:tcPr marL="57150" marR="57150" marT="19050" marB="19050">
                    <a:solidFill>
                      <a:srgbClr val="9BC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147</a:t>
                      </a:r>
                    </a:p>
                  </a:txBody>
                  <a:tcPr marL="57150" marR="57150" marT="19050" marB="19050">
                    <a:solidFill>
                      <a:srgbClr val="8EB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126</a:t>
                      </a:r>
                    </a:p>
                  </a:txBody>
                  <a:tcPr marL="57150" marR="57150" marT="19050" marB="19050">
                    <a:solidFill>
                      <a:srgbClr val="99C2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165</a:t>
                      </a:r>
                    </a:p>
                  </a:txBody>
                  <a:tcPr marL="57150" marR="57150" marT="19050" marB="19050">
                    <a:solidFill>
                      <a:srgbClr val="85B4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150</a:t>
                      </a:r>
                    </a:p>
                  </a:txBody>
                  <a:tcPr marL="57150" marR="57150" marT="19050" marB="19050">
                    <a:solidFill>
                      <a:srgbClr val="8DB9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57150" marR="57150" marT="19050" marB="19050">
                    <a:solidFill>
                      <a:srgbClr val="DC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57150" marR="57150" marT="19050" marB="19050">
                    <a:solidFill>
                      <a:srgbClr val="DC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57150" marR="57150" marT="19050" marB="19050">
                    <a:solidFill>
                      <a:srgbClr val="DC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57150" marR="57150" marT="19050" marB="19050">
                    <a:solidFill>
                      <a:srgbClr val="DC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57150" marR="57150" marT="19050" marB="19050">
                    <a:solidFill>
                      <a:srgbClr val="DC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57150" marR="57150" marT="19050" marB="19050">
                    <a:solidFill>
                      <a:srgbClr val="DC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57150" marR="57150" marT="19050" marB="19050">
                    <a:solidFill>
                      <a:srgbClr val="DCED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>
              <a:ext uri="{FF2B5EF4-FFF2-40B4-BE49-F238E27FC236}">
                <ns2:creationId id="{ED8EFDE5-490C-4F29-8179-7E734C1EFC71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วันสำรวจ 2017-03-01 ถึง 2026-05-29 | 17,440 แถว → ผ่านเกณฑ์ 17,250 แถว</a:t>
            </a:r>
          </a:p>
        </p:txBody>
      </p:sp>
      <p:sp>
        <p:nvSpPr>
          <p:cNvPr id="5" name="">
            <a:extLst>
              <a:ext uri="{FF2B5EF4-FFF2-40B4-BE49-F238E27FC236}">
                <ns2:creationId id="{980E6B8D-7AFA-41BC-9679-9A3AF684E378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ข้อมูลเป็นวันสำรวจบางวัน และปีล่าสุดไม่ครบปี; ช่อง 0 คือไม่มีรายการในไฟล์</a:t>
            </a:r>
          </a:p>
        </p:txBody>
      </p:sp>
      <p:sp>
        <p:nvSpPr>
          <p:cNvPr id="100" name="Chart caption 100"/>
          <p:cNvSpPr>
            <a:spLocks noGrp="1"/>
          </p:cNvSpPr>
          <p:nvPr/>
        </p:nvSpPr>
        <p:spPr>
          <a:xfrm>
            <a:off x="571500" y="97155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จำนวนแถวต่อเดือนรายงาน | แถว = ปี คอลัมน์ = เดือน | สีเข้ม = มีรายการสำรวจมาก</a:t>
            </a:r>
          </a:p>
        </p:txBody>
      </p:sp>
    </p:spTree>
    <p:extLst>
      <p:ext uri="{BB962C8B-B14F-4D97-AF65-F5344CB8AC3E}">
        <ns3:creationId val="898370378"/>
      </p:ext>
    </p:extLst>
  </p:cSld>
</p:sld>
</file>

<file path=ppt/slides/slide5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28B2A7F2-AB4D-4FCE-8192-8B3D482D22FF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02  ปริมาณรถในหน่วยที่จับคู่ครบสามช่วง</a:t>
            </a:r>
          </a:p>
        </p:txBody>
      </p:sp>
      <p:sp>
        <p:nvSpPr>
          <p:cNvPr id="2" name="">
            <a:extLst>
              <a:ext uri="{FF2B5EF4-FFF2-40B4-BE49-F238E27FC236}">
                <ns2:creationId id="{44D2B466-2CE6-4AC1-AE2A-B65AC9CA3D73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05 / 22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571500" y="1285875"/>
          <a:ext cx="11049000" cy="3905250"/>
        </p:xfrm>
        <a:graphic>
          <a:graphicData uri="http://schemas.openxmlformats.org/drawingml/2006/chart">
            <c:chart r:id="Rc2adea914c184b86"/>
          </a:graphicData>
        </a:graphic>
      </p:graphicFrame>
      <p:sp>
        <p:nvSpPr>
          <p:cNvPr id="4" name="">
            <a:extLst>
              <a:ext uri="{FF2B5EF4-FFF2-40B4-BE49-F238E27FC236}">
                <ns2:creationId id="{3BBAA68A-274A-42F7-AB53-8D4BE64E8E0E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Before 100 → During 91.5 → After 90.2 | n=721 หน่วย</a:t>
            </a:r>
          </a:p>
        </p:txBody>
      </p:sp>
      <p:sp>
        <p:nvSpPr>
          <p:cNvPr id="5" name="">
            <a:extLst>
              <a:ext uri="{FF2B5EF4-FFF2-40B4-BE49-F238E27FC236}">
                <ns2:creationId id="{AE828D81-4334-4E44-B7D7-A5F8870C587E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เป็นดัชนีของตัวอย่าง ไม่ใช่ยอดรถรวมทั้งเมือง; ไม่พิสูจน์ผลเชิงสาเหตุ</a:t>
            </a:r>
          </a:p>
        </p:txBody>
      </p:sp>
    </p:spTree>
    <p:extLst>
      <p:ext uri="{BB962C8B-B14F-4D97-AF65-F5344CB8AC3E}">
        <ns5:creationId val="1848590913"/>
      </p:ext>
    </p:extLst>
  </p:cSld>
</p:sld>
</file>

<file path=ppt/slides/slide6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A060CE89-4991-4780-B1B8-F25D280CE7E7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03  แต่ละหน่วยอยู่เหนือหรือต่ำกว่าฐาน</a:t>
            </a:r>
          </a:p>
        </p:txBody>
      </p:sp>
      <p:sp>
        <p:nvSpPr>
          <p:cNvPr id="2" name="">
            <a:extLst>
              <a:ext uri="{FF2B5EF4-FFF2-40B4-BE49-F238E27FC236}">
                <ns2:creationId id="{396BBBB6-3BD6-4644-9C26-2600B9548FA4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06 / 22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571500" y="1285875"/>
          <a:ext cx="5381625" cy="3905250"/>
        </p:xfrm>
        <a:graphic>
          <a:graphicData uri="http://schemas.openxmlformats.org/drawingml/2006/chart">
            <c:chart r:id="R078dc273759d4a01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="6191250" y="1285875"/>
          <a:ext cx="5381625" cy="3905250"/>
        </p:xfrm>
        <a:graphic>
          <a:graphicData uri="http://schemas.openxmlformats.org/drawingml/2006/chart">
            <c:chart r:id="Rc8669a67e14d46c0"/>
          </a:graphicData>
        </a:graphic>
      </p:graphicFrame>
      <p:sp>
        <p:nvSpPr>
          <p:cNvPr id="5" name="">
            <a:extLst>
              <a:ext uri="{FF2B5EF4-FFF2-40B4-BE49-F238E27FC236}">
                <ns2:creationId id="{1EB98E11-34F3-42DD-A4EE-B0CBF0401E2E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ต่ำกว่าฐาน: During 64.5% | After 65.3% ของ 721 หน่วย</a:t>
            </a:r>
          </a:p>
        </p:txBody>
      </p:sp>
      <p:sp>
        <p:nvSpPr>
          <p:cNvPr id="6" name="">
            <a:extLst>
              <a:ext uri="{FF2B5EF4-FFF2-40B4-BE49-F238E27FC236}">
                <ns2:creationId id="{C3347D39-8E53-4774-BC68-32B41A94433D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จุดสำรวจไม่ได้เป็นตัวอย่างสุ่มทั้งกรุงเทพฯ; จุดบนแกนศูนย์ยังแสดงไว้</a:t>
            </a:r>
          </a:p>
        </p:txBody>
      </p:sp>
    </p:spTree>
    <p:extLst>
      <p:ext uri="{BB962C8B-B14F-4D97-AF65-F5344CB8AC3E}">
        <ns5:creationId val="1059129032"/>
      </p:ext>
    </p:extLst>
  </p:cSld>
</p:sld>
</file>

<file path=ppt/slides/slide7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82D3B3CA-1554-426B-8449-CAA85850D5AB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04  ค่ากลางซ่อนการกระจายมากแค่ไหน</a:t>
            </a:r>
          </a:p>
        </p:txBody>
      </p:sp>
      <p:sp>
        <p:nvSpPr>
          <p:cNvPr id="2" name="">
            <a:extLst>
              <a:ext uri="{FF2B5EF4-FFF2-40B4-BE49-F238E27FC236}">
                <ns2:creationId id="{467DCFC1-7FD3-4E3B-A3EE-2FE0AF91F5F8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07 / 22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571500" y="1285875"/>
          <a:ext cx="11049000" cy="3905250"/>
        </p:xfrm>
        <a:graphic>
          <a:graphicData uri="http://schemas.openxmlformats.org/drawingml/2006/chart">
            <c:chart r:id="R77c15d470e5c4f2b"/>
          </a:graphicData>
        </a:graphic>
      </p:graphicFrame>
      <p:sp>
        <p:nvSpPr>
          <p:cNvPr id="4" name="">
            <a:extLst>
              <a:ext uri="{FF2B5EF4-FFF2-40B4-BE49-F238E27FC236}">
                <ns2:creationId id="{15F7C576-A029-4069-8A29-1D4C00E50E85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After มี 250/721 หน่วย (34.7%) ที่ไม่น้อยกว่าฐาน</a:t>
            </a:r>
          </a:p>
        </p:txBody>
      </p:sp>
      <p:sp>
        <p:nvSpPr>
          <p:cNvPr id="5" name="">
            <a:extLst>
              <a:ext uri="{FF2B5EF4-FFF2-40B4-BE49-F238E27FC236}">
                <ns2:creationId id="{05550C75-93D0-4DDB-8DD1-42BE970E2BAC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ช่วงท้ายรวมดัชนีตั้งแต่ 200 ขึ้นไป; ฐานน้อยทำให้เปอร์เซ็นต์เปลี่ยนสูงได้</a:t>
            </a:r>
          </a:p>
        </p:txBody>
      </p:sp>
    </p:spTree>
    <p:extLst>
      <p:ext uri="{BB962C8B-B14F-4D97-AF65-F5344CB8AC3E}">
        <ns5:creationId val="1106984481"/>
      </p:ext>
    </p:extLst>
  </p:cSld>
</p:sld>
</file>

<file path=ppt/slides/slide8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DC4B3218-C1D3-4D19-9585-E1742AE6EC7C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05  การเปลี่ยนแปลงมีสี่รูปแบบ</a:t>
            </a:r>
          </a:p>
        </p:txBody>
      </p:sp>
      <p:sp>
        <p:nvSpPr>
          <p:cNvPr id="2" name="">
            <a:extLst>
              <a:ext uri="{FF2B5EF4-FFF2-40B4-BE49-F238E27FC236}">
                <ns2:creationId id="{1052F2BB-08BC-4C82-8A67-168820896F33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08 / 22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571500" y="1285875"/>
          <a:ext cx="11049000" cy="3905250"/>
        </p:xfrm>
        <a:graphic>
          <a:graphicData uri="http://schemas.openxmlformats.org/drawingml/2006/chart">
            <c:chart r:id="R1c128b64004b4894"/>
          </a:graphicData>
        </a:graphic>
      </p:graphicFrame>
      <p:sp>
        <p:nvSpPr>
          <p:cNvPr id="4" name="">
            <a:extLst>
              <a:ext uri="{FF2B5EF4-FFF2-40B4-BE49-F238E27FC236}">
                <ns2:creationId id="{A9E1ECC7-8A26-454F-9FF8-459E480006EE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ต่ำกว่าฐานทั้งสองช่วง 353 หน่วย; During ต่ำ แต่ After ≥ ฐาน 112 หน่วย</a:t>
            </a:r>
          </a:p>
        </p:txBody>
      </p:sp>
      <p:sp>
        <p:nvSpPr>
          <p:cNvPr id="5" name="">
            <a:extLst>
              <a:ext uri="{FF2B5EF4-FFF2-40B4-BE49-F238E27FC236}">
                <ns2:creationId id="{76AAC801-B736-44A2-B034-3A0C99A9D29C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เป็นการจำแนกระดับ ไม่ใช่เส้นทางรายปีต่อเนื่อง และไม่ใช่การทดสอบนัยสำคัญ</a:t>
            </a:r>
          </a:p>
        </p:txBody>
      </p:sp>
      <p:sp>
        <p:nvSpPr>
          <p:cNvPr id="100" name="Chart caption 100"/>
          <p:cNvSpPr>
            <a:spLocks noGrp="1"/>
          </p:cNvSpPr>
          <p:nvPr/>
        </p:nvSpPr>
        <p:spPr>
          <a:xfrm>
            <a:off x="571500" y="97155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D = During, A = After | 100 = ระดับ Before ของหน่วยเดียวกัน</a:t>
            </a:r>
          </a:p>
        </p:txBody>
      </p:sp>
    </p:spTree>
    <p:extLst>
      <p:ext uri="{BB962C8B-B14F-4D97-AF65-F5344CB8AC3E}">
        <ns5:creationId val="1887524123"/>
      </p:ext>
    </p:extLst>
  </p:cSld>
</p:sld>
</file>

<file path=ppt/slides/slide9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CD0C840F-B2AE-4D3C-BB32-9A0F4EE36CED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06  ช่วงเวลาสำรวจให้ผลเหมือนกันหรือไม่</a:t>
            </a:r>
          </a:p>
        </p:txBody>
      </p:sp>
      <p:sp>
        <p:nvSpPr>
          <p:cNvPr id="2" name="">
            <a:extLst>
              <a:ext uri="{FF2B5EF4-FFF2-40B4-BE49-F238E27FC236}">
                <ns2:creationId id="{C06906C1-7673-466D-A0F8-F7C28A1243AD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09 / 22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571500" y="1285875"/>
          <a:ext cx="11049000" cy="3905250"/>
        </p:xfrm>
        <a:graphic>
          <a:graphicData uri="http://schemas.openxmlformats.org/drawingml/2006/chart">
            <c:chart r:id="Rf1536ac5562b4ee8"/>
          </a:graphicData>
        </a:graphic>
      </p:graphicFrame>
      <p:sp>
        <p:nvSpPr>
          <p:cNvPr id="4" name="">
            <a:extLst>
              <a:ext uri="{FF2B5EF4-FFF2-40B4-BE49-F238E27FC236}">
                <ns2:creationId id="{88BD3801-05EA-4E46-A6BA-0C24503A8F79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มี 3 ช่วงเวลาที่จับคู่ได้; จำนวนหน่วยต่อเวลา 156–377 หน่วย</a:t>
            </a:r>
          </a:p>
        </p:txBody>
      </p:sp>
      <p:sp>
        <p:nvSpPr>
          <p:cNvPr id="5" name="">
            <a:extLst>
              <a:ext uri="{FF2B5EF4-FFF2-40B4-BE49-F238E27FC236}">
                <ns2:creationId id="{220D4A4A-2003-48FE-BDFA-80D762111214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กลุ่มเวลาประกอบด้วยสถานที่ต่างกัน จึงไม่ใช้สรุปว่าคนย้ายเวลาเดินทาง</a:t>
            </a:r>
          </a:p>
        </p:txBody>
      </p:sp>
    </p:spTree>
    <p:extLst>
      <p:ext uri="{BB962C8B-B14F-4D97-AF65-F5344CB8AC3E}">
        <ns5:creationId val="1945378436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EB6F672F-91FE-4BDE-9A51-B4388E161227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07  สถานที่ที่มีความต่างเด่น</a:t>
            </a:r>
          </a:p>
        </p:txBody>
      </p:sp>
      <p:sp>
        <p:nvSpPr>
          <p:cNvPr id="2" name="">
            <a:extLst>
              <a:ext uri="{FF2B5EF4-FFF2-40B4-BE49-F238E27FC236}">
                <ns2:creationId id="{BFF681C2-44BC-4B77-BA1A-E8ABF4723538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10 / 22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="571500" y="1285875"/>
          <a:ext cx="11049000" cy="3905250"/>
        </p:xfrm>
        <a:graphic>
          <a:graphicData uri="http://schemas.openxmlformats.org/drawingml/2006/table">
            <a:tbl>
              <a:tblPr/>
              <a:tblGrid>
                <a:gridCol w="4762500"/>
                <a:gridCol w="2095500"/>
                <a:gridCol w="2095500"/>
                <a:gridCol w="2095500"/>
              </a:tblGrid>
              <a:tr h="30040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/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Before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During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After</a:t>
                      </a:r>
                    </a:p>
                  </a:txBody>
                  <a:tcPr marL="57150" marR="57150" marT="19050" marB="19050">
                    <a:solidFill>
                      <a:srgbClr val="17323B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จักรพรรดิพงษ์ / นครสวรรค์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134.9</a:t>
                      </a:r>
                    </a:p>
                  </a:txBody>
                  <a:tcPr marL="57150" marR="57150" marT="19050" marB="19050">
                    <a:solidFill>
                      <a:srgbClr val="E3B7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172.4</a:t>
                      </a:r>
                    </a:p>
                  </a:txBody>
                  <a:tcPr marL="57150" marR="57150" marT="19050" marB="19050">
                    <a:solidFill>
                      <a:srgbClr val="CE7377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มิตรไมตรี-มิตรไมตรี2 / มิตรไมตรี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69.6</a:t>
                      </a:r>
                    </a:p>
                  </a:txBody>
                  <a:tcPr marL="57150" marR="57150" marT="19050" marB="19050">
                    <a:solidFill>
                      <a:srgbClr val="C3D5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49.0</a:t>
                      </a:r>
                    </a:p>
                  </a:txBody>
                  <a:tcPr marL="57150" marR="57150" marT="19050" marB="19050">
                    <a:solidFill>
                      <a:srgbClr val="9FBED2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หลักสี่ / กำแพงเพชร6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102.2</a:t>
                      </a:r>
                    </a:p>
                  </a:txBody>
                  <a:tcPr marL="57150" marR="57150" marT="19050" marB="19050">
                    <a:solidFill>
                      <a:srgbClr val="F6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60.4</a:t>
                      </a:r>
                    </a:p>
                  </a:txBody>
                  <a:tcPr marL="57150" marR="57150" marT="19050" marB="19050">
                    <a:solidFill>
                      <a:srgbClr val="B3CBDA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บางขุนนนท์ / จรัญสนิทวงศ์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145.4</a:t>
                      </a:r>
                    </a:p>
                  </a:txBody>
                  <a:tcPr marL="57150" marR="57150" marT="19050" marB="19050">
                    <a:solidFill>
                      <a:srgbClr val="DDA4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137.7</a:t>
                      </a:r>
                    </a:p>
                  </a:txBody>
                  <a:tcPr marL="57150" marR="57150" marT="19050" marB="19050">
                    <a:solidFill>
                      <a:srgbClr val="E2B2B4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บางยี่เรือ / เทอดไท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121.0</a:t>
                      </a:r>
                    </a:p>
                  </a:txBody>
                  <a:tcPr marL="57150" marR="57150" marT="19050" marB="19050">
                    <a:solidFill>
                      <a:srgbClr val="EBD1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68.8</a:t>
                      </a:r>
                    </a:p>
                  </a:txBody>
                  <a:tcPr marL="57150" marR="57150" marT="19050" marB="19050">
                    <a:solidFill>
                      <a:srgbClr val="C1D4E1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หลักสี่ / แจ้งวัฒนะ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84.1</a:t>
                      </a:r>
                    </a:p>
                  </a:txBody>
                  <a:tcPr marL="57150" marR="57150" marT="19050" marB="19050">
                    <a:solidFill>
                      <a:srgbClr val="DC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71.5</a:t>
                      </a:r>
                    </a:p>
                  </a:txBody>
                  <a:tcPr marL="57150" marR="57150" marT="19050" marB="19050">
                    <a:solidFill>
                      <a:srgbClr val="C6D7E2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ห้วยขวาง / ประชาสงเคราะห์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157.6</a:t>
                      </a:r>
                    </a:p>
                  </a:txBody>
                  <a:tcPr marL="57150" marR="57150" marT="19050" marB="19050">
                    <a:solidFill>
                      <a:srgbClr val="D68E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75.7</a:t>
                      </a:r>
                    </a:p>
                  </a:txBody>
                  <a:tcPr marL="57150" marR="57150" marT="19050" marB="19050">
                    <a:solidFill>
                      <a:srgbClr val="CDDCE6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จักรพรรดิพงษ์ / จักรพรรดิพงษ์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94.4</a:t>
                      </a:r>
                    </a:p>
                  </a:txBody>
                  <a:tcPr marL="57150" marR="57150" marT="19050" marB="1905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76.2</a:t>
                      </a:r>
                    </a:p>
                  </a:txBody>
                  <a:tcPr marL="57150" marR="57150" marT="19050" marB="19050">
                    <a:solidFill>
                      <a:srgbClr val="CEDCE6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วิสุทธิกษัตริย์ / ประชาธิปไตย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66.8</a:t>
                      </a:r>
                    </a:p>
                  </a:txBody>
                  <a:tcPr marL="57150" marR="57150" marT="19050" marB="19050">
                    <a:solidFill>
                      <a:srgbClr val="BED2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78.1</a:t>
                      </a:r>
                    </a:p>
                  </a:txBody>
                  <a:tcPr marL="57150" marR="57150" marT="19050" marB="19050">
                    <a:solidFill>
                      <a:srgbClr val="D1DEE7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ประชาอุทิศ / ประชาอุทิศ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112.1</a:t>
                      </a:r>
                    </a:p>
                  </a:txBody>
                  <a:tcPr marL="57150" marR="57150" marT="19050" marB="19050">
                    <a:solidFill>
                      <a:srgbClr val="F0E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78.9</a:t>
                      </a:r>
                    </a:p>
                  </a:txBody>
                  <a:tcPr marL="57150" marR="57150" marT="19050" marB="19050">
                    <a:solidFill>
                      <a:srgbClr val="D3DFE8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ถนนตก / พระรามที่3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88.3</a:t>
                      </a:r>
                    </a:p>
                  </a:txBody>
                  <a:tcPr marL="57150" marR="57150" marT="19050" marB="19050">
                    <a:solidFill>
                      <a:srgbClr val="E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82.4</a:t>
                      </a:r>
                    </a:p>
                  </a:txBody>
                  <a:tcPr marL="57150" marR="57150" marT="19050" marB="19050">
                    <a:solidFill>
                      <a:srgbClr val="D9E3EA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พระราม9 / พระราม9</a:t>
                      </a:r>
                    </a:p>
                  </a:txBody>
                  <a:tcPr marL="57150" marR="57150" marT="19050" marB="19050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100.0</a:t>
                      </a:r>
                    </a:p>
                  </a:txBody>
                  <a:tcPr marL="57150" marR="57150" marT="19050" marB="190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110.0</a:t>
                      </a:r>
                    </a:p>
                  </a:txBody>
                  <a:tcPr marL="57150" marR="57150" marT="19050" marB="19050">
                    <a:solidFill>
                      <a:srgbClr val="F1E5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3B"/>
                          </a:solidFill>
                          <a:latin typeface="Tahoma"/>
                          <a:ea typeface="Tahoma"/>
                          <a:cs typeface="Tahoma"/>
                        </a:rPr>
                        <a:t>117.5</a:t>
                      </a:r>
                    </a:p>
                  </a:txBody>
                  <a:tcPr marL="57150" marR="57150" marT="19050" marB="19050">
                    <a:solidFill>
                      <a:srgbClr val="EDD7D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>
              <a:ext uri="{FF2B5EF4-FFF2-40B4-BE49-F238E27FC236}">
                <ns2:creationId id="{D544166C-B41F-4292-B62C-E1B76C7B9272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แสดง 12 คู่; สีแดงมากกว่า Before สีฟ้าต่ำกว่า Before และมีตัวเลขกำกับ</a:t>
            </a:r>
          </a:p>
        </p:txBody>
      </p:sp>
      <p:sp>
        <p:nvSpPr>
          <p:cNvPr id="5" name="">
            <a:extLst>
              <a:ext uri="{FF2B5EF4-FFF2-40B4-BE49-F238E27FC236}">
                <ns2:creationId id="{77742EA4-B149-4EA8-95A0-A75B64E68F03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คัดผลต่างสูงเพื่อศึกษา ไม่เป็นตัวแทนทั้งเมือง; สีตัดที่ 200 แต่ตัวเลขไม่ตัด</a:t>
            </a:r>
          </a:p>
        </p:txBody>
      </p:sp>
      <p:sp>
        <p:nvSpPr>
          <p:cNvPr id="100" name="Chart caption 100"/>
          <p:cNvSpPr>
            <a:spLocks noGrp="1"/>
          </p:cNvSpPr>
          <p:nvPr/>
        </p:nvSpPr>
        <p:spPr>
          <a:xfrm>
            <a:off x="571500" y="97155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07:00–09:00 น. | อย่างน้อย 2 รายการทุกช่วง | ดัชนี Before = 100</a:t>
            </a:r>
          </a:p>
        </p:txBody>
      </p:sp>
    </p:spTree>
    <p:extLst>
      <p:ext uri="{BB962C8B-B14F-4D97-AF65-F5344CB8AC3E}">
        <ns3:creationId val="1118771587"/>
      </p:ext>
    </p:extLst>
  </p:cSld>
</p:sld>
</file>

<file path=ppt/slides/slide1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1F674FB3-B7DC-4C64-8E9C-74A6DBABD0DA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08  วันที่สำรวจของกรณีศึกษา</a:t>
            </a:r>
          </a:p>
        </p:txBody>
      </p:sp>
      <p:sp>
        <p:nvSpPr>
          <p:cNvPr id="2" name="">
            <a:extLst>
              <a:ext uri="{FF2B5EF4-FFF2-40B4-BE49-F238E27FC236}">
                <ns2:creationId id="{A72838C0-0AD1-49D7-8B66-3937ED2D1B88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11 / 22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571500" y="1285875"/>
          <a:ext cx="5381625" cy="3905250"/>
        </p:xfrm>
        <a:graphic>
          <a:graphicData uri="http://schemas.openxmlformats.org/drawingml/2006/chart">
            <c:chart r:id="Rd0435982aa094682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="6191250" y="1285875"/>
          <a:ext cx="5381625" cy="3905250"/>
        </p:xfrm>
        <a:graphic>
          <a:graphicData uri="http://schemas.openxmlformats.org/drawingml/2006/chart">
            <c:chart r:id="R6c1a78f98dfb4660"/>
          </a:graphicData>
        </a:graphic>
      </p:graphicFrame>
      <p:sp>
        <p:nvSpPr>
          <p:cNvPr id="5" name="">
            <a:extLst>
              <a:ext uri="{FF2B5EF4-FFF2-40B4-BE49-F238E27FC236}">
                <ns2:creationId id="{40C1CFF1-1D2E-4F94-ABBB-17DD46D2DD91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บางขุนนนท์: n=2/2/3; หลักสี่: n=2/3/3</a:t>
            </a:r>
          </a:p>
        </p:txBody>
      </p:sp>
      <p:sp>
        <p:nvSpPr>
          <p:cNvPr id="6" name="">
            <a:extLst>
              <a:ext uri="{FF2B5EF4-FFF2-40B4-BE49-F238E27FC236}">
                <ns2:creationId id="{9D72BA62-E407-4419-A771-D5052DF87DC3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บางขุนนนท์: เดือนร่วม []; หลักสี่: เดือนร่วม []; [] = ไม่มีเดือนร่วมครบสามช่วง ยังไม่มีหลักฐานเทศกาลหรือปลายทาง</a:t>
            </a:r>
          </a:p>
        </p:txBody>
      </p:sp>
    </p:spTree>
    <p:extLst>
      <p:ext uri="{BB962C8B-B14F-4D97-AF65-F5344CB8AC3E}">
        <ns5:creationId val="1470459085"/>
      </p:ext>
    </p:extLst>
  </p:cSld>
</p:sld>
</file>

<file path=ppt/slides/slide1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8EE91A0A-C52C-4516-B2B6-2CC18A2CED78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09  ประเภทรถที่ประกอบเป็นความต่างของพื้นที่</a:t>
            </a:r>
          </a:p>
        </p:txBody>
      </p:sp>
      <p:sp>
        <p:nvSpPr>
          <p:cNvPr id="2" name="">
            <a:extLst>
              <a:ext uri="{FF2B5EF4-FFF2-40B4-BE49-F238E27FC236}">
                <ns2:creationId id="{A5A59F79-4960-4A4C-B28C-53F02AF174EE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12 / 22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571500" y="1524000"/>
          <a:ext cx="5381625" cy="3667125"/>
        </p:xfrm>
        <a:graphic>
          <a:graphicData uri="http://schemas.openxmlformats.org/drawingml/2006/chart">
            <c:chart r:id="R36c30659c50f402d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="6191250" y="1524000"/>
          <a:ext cx="5381625" cy="3667125"/>
        </p:xfrm>
        <a:graphic>
          <a:graphicData uri="http://schemas.openxmlformats.org/drawingml/2006/chart">
            <c:chart r:id="Rb5c6494a8be146e5"/>
          </a:graphicData>
        </a:graphic>
      </p:graphicFrame>
      <p:sp>
        <p:nvSpPr>
          <p:cNvPr id="5" name="">
            <a:extLst>
              <a:ext uri="{FF2B5EF4-FFF2-40B4-BE49-F238E27FC236}">
                <ns2:creationId id="{6CEA4BEB-5DCE-470B-A664-27D1100F50D6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บางขุนนนท์: ดัชนีรถรวม After เทียบ Before +37.7%; หลักสี่: ดัชนีรถรวม After เทียบ Before -28.5%</a:t>
            </a:r>
          </a:p>
        </p:txBody>
      </p:sp>
      <p:sp>
        <p:nvSpPr>
          <p:cNvPr id="6" name="">
            <a:extLst>
              <a:ext uri="{FF2B5EF4-FFF2-40B4-BE49-F238E27FC236}">
                <ns2:creationId id="{9CB24ABB-AC3A-4CEB-BDED-4F72234C6227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เปอร์เซ็นต์รถรวมในข้อความคำนวณจากมัธยฐาน แต่แท่งหมวดรถเป็นค่าเฉลี่ย; ห้ามบวกมัธยฐานรายหมวดแทนรถรวม</a:t>
            </a:r>
          </a:p>
        </p:txBody>
      </p:sp>
      <p:sp>
        <p:nvSpPr>
          <p:cNvPr id="100" name="Chart caption 100"/>
          <p:cNvSpPr>
            <a:spLocks noGrp="1"/>
          </p:cNvSpPr>
          <p:nvPr/>
        </p:nvSpPr>
        <p:spPr>
          <a:xfrm>
            <a:off x="571500" y="1066800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บางขุนนนท์ / จรัญสนิทวงศ์</a:t>
            </a:r>
          </a:p>
        </p:txBody>
      </p:sp>
      <p:sp>
        <p:nvSpPr>
          <p:cNvPr id="101" name="Chart caption 101"/>
          <p:cNvSpPr>
            <a:spLocks noGrp="1"/>
          </p:cNvSpPr>
          <p:nvPr/>
        </p:nvSpPr>
        <p:spPr>
          <a:xfrm>
            <a:off x="6191250" y="1066800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หลักสี่ / แจ้งวัฒนะ</a:t>
            </a:r>
          </a:p>
        </p:txBody>
      </p:sp>
    </p:spTree>
    <p:extLst>
      <p:ext uri="{BB962C8B-B14F-4D97-AF65-F5344CB8AC3E}">
        <ns5:creationId val="6243626"/>
      </p:ext>
    </p:extLst>
  </p:cSld>
</p:sld>
</file>

<file path=ppt/slides/slide1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EAF42339-4761-4515-9550-B541EBB29832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10  องค์ประกอบรถครบสามช่วง</a:t>
            </a:r>
          </a:p>
        </p:txBody>
      </p:sp>
      <p:sp>
        <p:nvSpPr>
          <p:cNvPr id="2" name="">
            <a:extLst>
              <a:ext uri="{FF2B5EF4-FFF2-40B4-BE49-F238E27FC236}">
                <ns2:creationId id="{00326ADB-B984-4A4B-8A1B-0AF1AC1FFEC5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13 / 22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571500" y="1285875"/>
          <a:ext cx="11049000" cy="3905250"/>
        </p:xfrm>
        <a:graphic>
          <a:graphicData uri="http://schemas.openxmlformats.org/drawingml/2006/chart">
            <c:chart r:id="R829dc3cdb824418b"/>
          </a:graphicData>
        </a:graphic>
      </p:graphicFrame>
      <p:sp>
        <p:nvSpPr>
          <p:cNvPr id="4" name="">
            <a:extLst>
              <a:ext uri="{FF2B5EF4-FFF2-40B4-BE49-F238E27FC236}">
                <ns2:creationId id="{A4E478E5-D5DB-4B7C-8207-2A436873B197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รถยนต์รวมแท็กซี่: 71.72% → 72.51% → 73.39% | n=719</a:t>
            </a:r>
          </a:p>
        </p:txBody>
      </p:sp>
      <p:sp>
        <p:nvSpPr>
          <p:cNvPr id="5" name="">
            <a:extLst>
              <a:ext uri="{FF2B5EF4-FFF2-40B4-BE49-F238E27FC236}">
                <ns2:creationId id="{11D329B1-40F0-4644-8296-F19E2C1ADDBB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n=719 หน่วย; สัดส่วนไม่ใช่จำนวน และชุดนี้ไม่มีจักรยานยนต์</a:t>
            </a:r>
          </a:p>
        </p:txBody>
      </p:sp>
    </p:spTree>
    <p:extLst>
      <p:ext uri="{BB962C8B-B14F-4D97-AF65-F5344CB8AC3E}">
        <ns5:creationId val="22767021"/>
      </p:ext>
    </p:extLst>
  </p:cSld>
</p:sld>
</file>

<file path=ppt/slides/slide14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576AFD2C-20F9-482F-A2ED-ACDF94DBD34A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11  สัดส่วนหมวดเล็กเปลี่ยนอย่างไร</a:t>
            </a:r>
          </a:p>
        </p:txBody>
      </p:sp>
      <p:sp>
        <p:nvSpPr>
          <p:cNvPr id="2" name="">
            <a:extLst>
              <a:ext uri="{FF2B5EF4-FFF2-40B4-BE49-F238E27FC236}">
                <ns2:creationId id="{D0511AEF-4F1D-4DAF-8D4A-8C7B723B7FBF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14 / 22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571500" y="1285875"/>
          <a:ext cx="11049000" cy="3905250"/>
        </p:xfrm>
        <a:graphic>
          <a:graphicData uri="http://schemas.openxmlformats.org/drawingml/2006/chart">
            <c:chart r:id="Rca4b868fc7684d59"/>
          </a:graphicData>
        </a:graphic>
      </p:graphicFrame>
      <p:sp>
        <p:nvSpPr>
          <p:cNvPr id="4" name="">
            <a:extLst>
              <a:ext uri="{FF2B5EF4-FFF2-40B4-BE49-F238E27FC236}">
                <ns2:creationId id="{39D12EE4-7054-4C0B-8DEB-C9064CF3AE15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รถยนต์: During +0.80 จุด; After +1.67 จุด เทียบ Before</a:t>
            </a:r>
          </a:p>
        </p:txBody>
      </p:sp>
      <p:sp>
        <p:nvSpPr>
          <p:cNvPr id="5" name="">
            <a:extLst>
              <a:ext uri="{FF2B5EF4-FFF2-40B4-BE49-F238E27FC236}">
                <ns2:creationId id="{2D57F169-98F8-4BE2-A96E-729232916805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หมวดหนึ่งเพิ่ม ส่วนอื่นต้องลดรวมกันตามนิยามสัดส่วน; ไม่สรุปการย้ายจากรถเมล์ไปใช้รถส่วนตัว</a:t>
            </a:r>
          </a:p>
        </p:txBody>
      </p:sp>
    </p:spTree>
    <p:extLst>
      <p:ext uri="{BB962C8B-B14F-4D97-AF65-F5344CB8AC3E}">
        <ns5:creationId val="1297092760"/>
      </p:ext>
    </p:extLst>
  </p:cSld>
</p:sld>
</file>

<file path=ppt/slides/slide15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548F7F6D-F47F-499F-B486-A0812307CE37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12  Lockdown ภายในช่วง During</a:t>
            </a:r>
          </a:p>
        </p:txBody>
      </p:sp>
      <p:sp>
        <p:nvSpPr>
          <p:cNvPr id="2" name="">
            <a:extLst>
              <a:ext uri="{FF2B5EF4-FFF2-40B4-BE49-F238E27FC236}">
                <ns2:creationId id="{D690461F-2888-48CB-802B-A9D5F14488B2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15 / 22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571500" y="1285875"/>
          <a:ext cx="5381625" cy="3905250"/>
        </p:xfrm>
        <a:graphic>
          <a:graphicData uri="http://schemas.openxmlformats.org/drawingml/2006/chart">
            <c:chart r:id="Ref00f892722f421f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="6191250" y="1285875"/>
          <a:ext cx="5381625" cy="3905250"/>
        </p:xfrm>
        <a:graphic>
          <a:graphicData uri="http://schemas.openxmlformats.org/drawingml/2006/chart">
            <c:chart r:id="Rd741915ae7464b79"/>
          </a:graphicData>
        </a:graphic>
      </p:graphicFrame>
      <p:sp>
        <p:nvSpPr>
          <p:cNvPr id="5" name="">
            <a:extLst>
              <a:ext uri="{FF2B5EF4-FFF2-40B4-BE49-F238E27FC236}">
                <ns2:creationId id="{0FF132BD-CF76-442B-9710-3B8F6D324251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ตาม flag ในไฟล์ n=129: ดัชนี 85.7 | เทียบกรอบวันที่ 85.9</a:t>
            </a:r>
          </a:p>
        </p:txBody>
      </p:sp>
      <p:sp>
        <p:nvSpPr>
          <p:cNvPr id="6" name="">
            <a:extLst>
              <a:ext uri="{FF2B5EF4-FFF2-40B4-BE49-F238E27FC236}">
                <ns2:creationId id="{485D5361-2CCD-4319-8091-BE6601835B7B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flag ต่างจากกรอบวันที่อ้างอิง 168 แถว; คุมเดือนเหลือ 3 หน่วย จึงไม่สรุปเชิงสาเหตุ</a:t>
            </a:r>
          </a:p>
        </p:txBody>
      </p:sp>
    </p:spTree>
    <p:extLst>
      <p:ext uri="{BB962C8B-B14F-4D97-AF65-F5344CB8AC3E}">
        <ns5:creationId val="602894047"/>
      </p:ext>
    </p:extLst>
  </p:cSld>
</p:sld>
</file>

<file path=ppt/slides/slide16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328BD356-EFB8-4179-BF46-B267F9C2CCE8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13  ข้อสรุปเปลี่ยนเมื่อจับคู่ละเอียดขึ้นหรือไม่</a:t>
            </a:r>
          </a:p>
        </p:txBody>
      </p:sp>
      <p:sp>
        <p:nvSpPr>
          <p:cNvPr id="2" name="">
            <a:extLst>
              <a:ext uri="{FF2B5EF4-FFF2-40B4-BE49-F238E27FC236}">
                <ns2:creationId id="{6A98985D-734D-44FF-98CC-E08F1BC0B9D0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16 / 22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571500" y="1285875"/>
          <a:ext cx="11049000" cy="3905250"/>
        </p:xfrm>
        <a:graphic>
          <a:graphicData uri="http://schemas.openxmlformats.org/drawingml/2006/chart">
            <c:chart r:id="R86394adaca964bab"/>
          </a:graphicData>
        </a:graphic>
      </p:graphicFrame>
      <p:sp>
        <p:nvSpPr>
          <p:cNvPr id="4" name="">
            <a:extLst>
              <a:ext uri="{FF2B5EF4-FFF2-40B4-BE49-F238E27FC236}">
                <ns2:creationId id="{904FEE59-6273-457B-86E7-0E989933963B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n=721: During 91.5, After 90.2; n=76: During 87.7, After 87.3; n=18: During 87.3, After 94.1</a:t>
            </a:r>
          </a:p>
        </p:txBody>
      </p:sp>
      <p:sp>
        <p:nvSpPr>
          <p:cNvPr id="5" name="">
            <a:extLst>
              <a:ext uri="{FF2B5EF4-FFF2-40B4-BE49-F238E27FC236}">
                <ns2:creationId id="{16B219B3-6343-4110-83E8-AFCA731BDCB8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ขนาดและสมาชิกเปลี่ยน จึงแยกผลของการคุมปฏิทินออกจากการเปลี่ยนตัวอย่างไม่ได้</a:t>
            </a:r>
          </a:p>
        </p:txBody>
      </p:sp>
    </p:spTree>
    <p:extLst>
      <p:ext uri="{BB962C8B-B14F-4D97-AF65-F5344CB8AC3E}">
        <ns5:creationId val="14874539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A2485289-97B0-446B-84F3-24BB17962AD8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สิ่งที่ข้อมูลตอบได้</a:t>
            </a:r>
          </a:p>
        </p:txBody>
      </p:sp>
      <p:sp>
        <p:nvSpPr>
          <p:cNvPr id="2" name="">
            <a:extLst>
              <a:ext uri="{FF2B5EF4-FFF2-40B4-BE49-F238E27FC236}">
                <ns2:creationId id="{0EE0FF63-6C10-432C-9EDE-378133436AC4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17 / 22</a:t>
            </a:r>
          </a:p>
        </p:txBody>
      </p:sp>
      <p:sp>
        <p:nvSpPr>
          <p:cNvPr id="3" name="">
            <a:extLst>
              <a:ext uri="{FF2B5EF4-FFF2-40B4-BE49-F238E27FC236}">
                <ns2:creationId id="{0AF4937E-E13B-4136-93DB-7CE690071C06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858500" cy="419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1. Before 100 → During 91.5 → After 90.2 | n=721 หน่วย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2. แต่ละจุดเปลี่ยนต่างกัน จึงใช้ค่ากลางแทนทุกพื้นที่ไม่ได้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3. Lockdown ตาม flag มีดัชนี 85.7 แต่ยังมีข้อจำกัดปฏิทิน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พบความสัมพันธ์กับช่วงเวลา ยังยืนยันไม่ได้ว่าโควิดเป็นสาเหตุทั้งหมด</a:t>
            </a:r>
          </a:p>
        </p:txBody>
      </p:sp>
    </p:spTree>
    <p:extLst>
      <p:ext uri="{BB962C8B-B14F-4D97-AF65-F5344CB8AC3E}">
        <ns3:creationId val="1646166733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ACF6411B-159D-42EE-82A3-22CCE784722B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ข้อเสนอแนะจากผลวิเคราะห์</a:t>
            </a:r>
          </a:p>
        </p:txBody>
      </p:sp>
      <p:sp>
        <p:nvSpPr>
          <p:cNvPr id="2" name="">
            <a:extLst>
              <a:ext uri="{FF2B5EF4-FFF2-40B4-BE49-F238E27FC236}">
                <ns2:creationId id="{979C00A7-B241-414C-9657-695F49FB3227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18 / 22</a:t>
            </a:r>
          </a:p>
        </p:txBody>
      </p:sp>
      <p:sp>
        <p:nvSpPr>
          <p:cNvPr id="3" name="">
            <a:extLst>
              <a:ext uri="{FF2B5EF4-FFF2-40B4-BE49-F238E27FC236}">
                <ns2:creationId id="{B8D23161-A4B0-4E5D-9707-B2643B3EE253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858500" cy="419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สำรวจซ้ำ: จุดเดิม เวลาเดิม เดือนและประเภทวันใกล้เคียงกัน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ตรวจต้นทาง: จุดที่เปลี่ยนมากและวันที่กรณีศึกษา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ยืนยัน Lockdown: แยกปิดสถานที่ เคอร์ฟิว และภาวะฉุกเฉิน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ถ้าศึกษารถติด: เพิ่มความเร็ว เวลาเดินทาง หรือแถวคอย</a:t>
            </a:r>
          </a:p>
        </p:txBody>
      </p:sp>
    </p:spTree>
    <p:extLst>
      <p:ext uri="{BB962C8B-B14F-4D97-AF65-F5344CB8AC3E}">
        <ns3:creationId val="2057532447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FB311435-519D-4221-B248-B4F790AB1075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แหล่งข้อมูลและบทบาท AI</a:t>
            </a:r>
          </a:p>
        </p:txBody>
      </p:sp>
      <p:sp>
        <p:nvSpPr>
          <p:cNvPr id="2" name="">
            <a:extLst>
              <a:ext uri="{FF2B5EF4-FFF2-40B4-BE49-F238E27FC236}">
                <ns2:creationId id="{CDFE3343-317E-4414-8858-36254F49101E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19 / 22</a:t>
            </a:r>
          </a:p>
        </p:txBody>
      </p:sp>
      <p:sp>
        <p:nvSpPr>
          <p:cNvPr id="3" name="">
            <a:extLst>
              <a:ext uri="{FF2B5EF4-FFF2-40B4-BE49-F238E27FC236}">
                <ns2:creationId id="{C3713485-EA6F-435E-817B-8BBDD1DC2FF4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858500" cy="419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สจส. กทม.: รายงานทางแยกและคู่มือปฏิบัติงาน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ไทยโพสต์ / BBC: บริบทวันเริ่มมาตรการตามแหล่งที่ให้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FHWA: บริบทการควบคุมเวลาและฤดูกาล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AI: ช่วยโค้ด ตรวจสูตร และร่างคำอธิบาย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ผู้จัดทำต้องตรวจข้อมูลต้นทางและรับผิดชอบข้อสรุป</a:t>
            </a:r>
          </a:p>
        </p:txBody>
      </p:sp>
    </p:spTree>
    <p:extLst>
      <p:ext uri="{BB962C8B-B14F-4D97-AF65-F5344CB8AC3E}">
        <ns3:creationId val="1824452839"/>
      </p:ext>
    </p:extLst>
  </p:cSld>
</p:sld>
</file>

<file path=ppt/slides/slide20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4E977F2F-EA8C-4CB9-ADEE-6810361DFE9B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ภาคผนวก 14  วันสำรวจของกลุ่มจับคู่เหมือนกันหรือไม่</a:t>
            </a:r>
          </a:p>
        </p:txBody>
      </p:sp>
      <p:sp>
        <p:nvSpPr>
          <p:cNvPr id="2" name="">
            <a:extLst>
              <a:ext uri="{FF2B5EF4-FFF2-40B4-BE49-F238E27FC236}">
                <ns2:creationId id="{07CFDD9B-36AE-4A55-8771-65E9C05BC034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20 / 22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571500" y="1285875"/>
          <a:ext cx="11049000" cy="3905250"/>
        </p:xfrm>
        <a:graphic>
          <a:graphicData uri="http://schemas.openxmlformats.org/drawingml/2006/chart">
            <c:chart r:id="Ref831b2d04fc4468"/>
          </a:graphicData>
        </a:graphic>
      </p:graphicFrame>
      <p:sp>
        <p:nvSpPr>
          <p:cNvPr id="4" name="">
            <a:extLst>
              <a:ext uri="{FF2B5EF4-FFF2-40B4-BE49-F238E27FC236}">
                <ns2:creationId id="{6EBD64DE-A507-49EC-8BFC-E49ABFC4C7CD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ใช้ 3,045 แถวที่อยู่ใน 721 หน่วยจับคู่</a:t>
            </a:r>
          </a:p>
        </p:txBody>
      </p:sp>
      <p:sp>
        <p:nvSpPr>
          <p:cNvPr id="5" name="">
            <a:extLst>
              <a:ext uri="{FF2B5EF4-FFF2-40B4-BE49-F238E27FC236}">
                <ns2:creationId id="{C2ECEBEF-DEEF-4705-A64A-2E31D2F20A35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หลายแถวอาจเป็นวันเดียวกันหรือแยกเดียวกัน; ไม่ได้ตรวจวันหยุดและเทศกาล</a:t>
            </a:r>
          </a:p>
        </p:txBody>
      </p:sp>
    </p:spTree>
    <p:extLst>
      <p:ext uri="{BB962C8B-B14F-4D97-AF65-F5344CB8AC3E}">
        <ns5:creationId val="1654916072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6FBF77FD-3B52-4790-8673-646FDC3DD472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ภาคผนวก: นิยามและข้อจำกัดสำคัญ</a:t>
            </a:r>
          </a:p>
        </p:txBody>
      </p:sp>
      <p:sp>
        <p:nvSpPr>
          <p:cNvPr id="2" name="">
            <a:extLst>
              <a:ext uri="{FF2B5EF4-FFF2-40B4-BE49-F238E27FC236}">
                <ns2:creationId id="{197D024E-0596-4E04-8161-8F175F57D4B4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21 / 22</a:t>
            </a:r>
          </a:p>
        </p:txBody>
      </p:sp>
      <p:sp>
        <p:nvSpPr>
          <p:cNvPr id="3" name="">
            <a:extLst>
              <a:ext uri="{FF2B5EF4-FFF2-40B4-BE49-F238E27FC236}">
                <ns2:creationId id="{A66E88E6-6FAA-439E-9149-BDE85CDCE1FF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858500" cy="419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รถยนต์รวมแท็กซี่/แวน; เมล์ใหญ่รวมรถทัวร์/สวัสดิการ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ไม่มีจักรยานยนต์ และไม่มีจำนวนผู้โดยสาร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Not Lockdown = flag 0 ไม่ใช่ไม่มีมาตรการทุกชนิด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flag ต่างจากกรอบวันที่อ้างอิง 168 แถว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วันสิ้นสุด 30 ก.ย. 2021 ยังต้องยืนยันประกาศ</a:t>
            </a:r>
          </a:p>
        </p:txBody>
      </p:sp>
    </p:spTree>
    <p:extLst>
      <p:ext uri="{BB962C8B-B14F-4D97-AF65-F5344CB8AC3E}">
        <ns3:creationId val="392804146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99549AFC-CBC7-435A-9AE3-97AB3217EDBA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ภาคผนวก: คำถามที่คาดว่าจะได้รับ</a:t>
            </a:r>
          </a:p>
        </p:txBody>
      </p:sp>
      <p:sp>
        <p:nvSpPr>
          <p:cNvPr id="2" name="">
            <a:extLst>
              <a:ext uri="{FF2B5EF4-FFF2-40B4-BE49-F238E27FC236}">
                <ns2:creationId id="{7FA0DDFB-FC0B-4744-9466-D42CF2A9D893}"/>
              </a:ext>
            </a:extLst>
          </p:cNvPr>
          <p:cNvSpPr>
            <a:spLocks noGrp="1"/>
          </p:cNvSpPr>
          <p:nvPr/>
        </p:nvSpPr>
        <p:spPr>
          <a:xfrm>
            <a:off x="11068050" y="6429375"/>
            <a:ext cx="762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36B7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B75"/>
                </a:solidFill>
                <a:latin typeface="Tahoma"/>
                <a:ea typeface="Tahoma"/>
                <a:cs typeface="Tahoma"/>
              </a:rPr>
              <a:t>22 / 22</a:t>
            </a:r>
          </a:p>
        </p:txBody>
      </p:sp>
      <p:sp>
        <p:nvSpPr>
          <p:cNvPr id="3" name="">
            <a:extLst>
              <a:ext uri="{FF2B5EF4-FFF2-40B4-BE49-F238E27FC236}">
                <ns2:creationId id="{BD43E377-39B6-4F0F-B163-C2E774DD269D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0858500" cy="419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ทำไมไม่เทียบยอดรวมรายปี? → จุดและจำนวนวันสำรวจไม่เท่ากัน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ทำไมใช้คัน/ชั่วโมง? → ความยาวช่วงสำรวจต่างกัน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รู้หรือไม่ว่ารถไปไหน? → ไม่มีข้อมูลต้นทาง–ปลายทาง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เทศกาลอธิบายได้ไหม? → ต้องตรวจวันและหลักฐานเหตุการณ์เพิ่ม</a:t>
            </a:r>
          </a:p>
          <a:p>
            <a:pPr>
              <a:spcAft>
                <a:spcPts val="1700"/>
              </a:spcAft>
              <a:defRPr sz="2175" b="0">
                <a:solidFill>
                  <a:srgbClr val="1732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323B"/>
                </a:solidFill>
                <a:latin typeface="Tahoma"/>
                <a:ea typeface="Tahoma"/>
                <a:cs typeface="Tahoma"/>
              </a:rPr>
              <a:t>สรุปว่าโควิดทำให้ลดได้ไหม? → ยังไม่ใช่ผลเชิงสาเหตุ</a:t>
            </a:r>
          </a:p>
        </p:txBody>
      </p:sp>
    </p:spTree>
    <p:extLst>
      <p:ext uri="{BB962C8B-B14F-4D97-AF65-F5344CB8AC3E}">
        <ns3:creationId val="45414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2026-09-19T11:28:40.4650000Z</dcterms:created>
  <dcterms:modified xsi:type="dcterms:W3CDTF">2026-09-19T11:28:40.4650000Z</dcterms:modified>
</coreProperties>
</file>